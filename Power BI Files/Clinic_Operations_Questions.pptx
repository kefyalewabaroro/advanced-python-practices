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Clinic Operations: Business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783080"/>
            <a:ext cx="95097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32323"/>
                </a:solidFill>
                <a:latin typeface="Aptos"/>
              </a:defRPr>
            </a:pPr>
            <a:r>
              <a:t>1. How many appointments were completed, cancelled, rescheduled, or no-show?</a:t>
            </a:r>
          </a:p>
          <a:p>
            <a:pPr>
              <a:spcAft>
                <a:spcPts val="1800"/>
              </a:spcAft>
              <a:defRPr sz="2400" b="1">
                <a:solidFill>
                  <a:srgbClr val="232323"/>
                </a:solidFill>
                <a:latin typeface="Aptos"/>
              </a:defRPr>
            </a:pPr>
            <a:r>
              <a:t>2. Which clinic region has the highest appointment volume?</a:t>
            </a:r>
          </a:p>
          <a:p>
            <a:pPr>
              <a:spcAft>
                <a:spcPts val="1800"/>
              </a:spcAft>
              <a:defRPr sz="2400" b="1">
                <a:solidFill>
                  <a:srgbClr val="232323"/>
                </a:solidFill>
                <a:latin typeface="Aptos"/>
              </a:defRPr>
            </a:pPr>
            <a:r>
              <a:t>3. Which service categories generate the highest charges?</a:t>
            </a:r>
          </a:p>
          <a:p>
            <a:pPr>
              <a:spcAft>
                <a:spcPts val="1800"/>
              </a:spcAft>
              <a:defRPr sz="2400" b="1">
                <a:solidFill>
                  <a:srgbClr val="232323"/>
                </a:solidFill>
                <a:latin typeface="Aptos"/>
              </a:defRPr>
            </a:pPr>
            <a:r>
              <a:t>4. Which providers handle the most appointments and highest charges?</a:t>
            </a:r>
          </a:p>
          <a:p>
            <a:pPr>
              <a:spcAft>
                <a:spcPts val="1800"/>
              </a:spcAft>
              <a:defRPr sz="2400" b="1">
                <a:solidFill>
                  <a:srgbClr val="232323"/>
                </a:solidFill>
                <a:latin typeface="Aptos"/>
              </a:defRPr>
            </a:pPr>
            <a:r>
              <a:t>5. How do appointments trend month by month?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