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4"/>
    <p:sldMasterId id="214748368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Dosis Light"/>
      <p:regular r:id="rId19"/>
      <p:bold r:id="rId20"/>
    </p:embeddedFont>
    <p:embeddedFont>
      <p:font typeface="Dosis"/>
      <p:regular r:id="rId21"/>
      <p:bold r:id="rId22"/>
    </p:embeddedFont>
    <p:embeddedFont>
      <p:font typeface="Staatliches"/>
      <p:regular r:id="rId23"/>
    </p:embeddedFont>
    <p:embeddedFont>
      <p:font typeface="Fira Sans Extra Condensed Medium"/>
      <p:regular r:id="rId24"/>
      <p:bold r:id="rId25"/>
      <p:italic r:id="rId26"/>
      <p:boldItalic r:id="rId27"/>
    </p:embeddedFont>
    <p:embeddedFont>
      <p:font typeface="Abel"/>
      <p:regular r:id="rId28"/>
    </p:embeddedFont>
    <p:embeddedFont>
      <p:font typeface="Squada One"/>
      <p:regular r:id="rId29"/>
    </p:embeddedFont>
    <p:embeddedFont>
      <p:font typeface="Josefin Sans"/>
      <p:regular r:id="rId30"/>
      <p:bold r:id="rId31"/>
      <p:italic r:id="rId32"/>
      <p:boldItalic r:id="rId33"/>
    </p:embeddedFont>
    <p:embeddedFont>
      <p:font typeface="Dosis Medium"/>
      <p:regular r:id="rId34"/>
      <p:bold r:id="rId35"/>
    </p:embeddedFont>
    <p:embeddedFont>
      <p:font typeface="Fira Sans Condensed ExtraLight"/>
      <p:regular r:id="rId36"/>
      <p:bold r:id="rId37"/>
      <p:italic r:id="rId38"/>
      <p:boldItalic r:id="rId39"/>
    </p:embeddedFont>
    <p:embeddedFont>
      <p:font typeface="Fira Sans Extra Condensed SemiBold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9AA0A6"/>
          </p15:clr>
        </p15:guide>
        <p15:guide id="2" orient="horz" pos="336">
          <p15:clr>
            <a:srgbClr val="9AA0A6"/>
          </p15:clr>
        </p15:guide>
        <p15:guide id="3" orient="horz" pos="2904">
          <p15:clr>
            <a:srgbClr val="9AA0A6"/>
          </p15:clr>
        </p15:guide>
        <p15:guide id="4" pos="2880">
          <p15:clr>
            <a:srgbClr val="9AA0A6"/>
          </p15:clr>
        </p15:guide>
        <p15:guide id="5" pos="701">
          <p15:clr>
            <a:srgbClr val="9AA0A6"/>
          </p15:clr>
        </p15:guide>
        <p15:guide id="6" orient="horz" pos="261">
          <p15:clr>
            <a:srgbClr val="9AA0A6"/>
          </p15:clr>
        </p15:guide>
        <p15:guide id="7" pos="885">
          <p15:clr>
            <a:srgbClr val="9AA0A6"/>
          </p15:clr>
        </p15:guide>
        <p15:guide id="8" pos="53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336" orient="horz"/>
        <p:guide pos="2904" orient="horz"/>
        <p:guide pos="2880"/>
        <p:guide pos="701"/>
        <p:guide pos="261" orient="horz"/>
        <p:guide pos="885"/>
        <p:guide pos="53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ExtraCondensedSemiBold-regular.fntdata"/><Relationship Id="rId20" Type="http://schemas.openxmlformats.org/officeDocument/2006/relationships/font" Target="fonts/DosisLight-bold.fntdata"/><Relationship Id="rId42" Type="http://schemas.openxmlformats.org/officeDocument/2006/relationships/font" Target="fonts/FiraSansExtraCondensedSemiBold-italic.fntdata"/><Relationship Id="rId41" Type="http://schemas.openxmlformats.org/officeDocument/2006/relationships/font" Target="fonts/FiraSansExtraCondensedSemiBold-bold.fntdata"/><Relationship Id="rId22" Type="http://schemas.openxmlformats.org/officeDocument/2006/relationships/font" Target="fonts/Dosis-bold.fntdata"/><Relationship Id="rId21" Type="http://schemas.openxmlformats.org/officeDocument/2006/relationships/font" Target="fonts/Dosis-regular.fntdata"/><Relationship Id="rId43" Type="http://schemas.openxmlformats.org/officeDocument/2006/relationships/font" Target="fonts/FiraSansExtraCondensedSemiBold-boldItalic.fntdata"/><Relationship Id="rId24" Type="http://schemas.openxmlformats.org/officeDocument/2006/relationships/font" Target="fonts/FiraSansExtraCondensedMedium-regular.fntdata"/><Relationship Id="rId23" Type="http://schemas.openxmlformats.org/officeDocument/2006/relationships/font" Target="fonts/Staatliche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FiraSansExtraCondensedMedium-italic.fntdata"/><Relationship Id="rId25" Type="http://schemas.openxmlformats.org/officeDocument/2006/relationships/font" Target="fonts/FiraSansExtraCondensedMedium-bold.fntdata"/><Relationship Id="rId28" Type="http://schemas.openxmlformats.org/officeDocument/2006/relationships/font" Target="fonts/Abel-regular.fntdata"/><Relationship Id="rId27" Type="http://schemas.openxmlformats.org/officeDocument/2006/relationships/font" Target="fonts/FiraSansExtraCondensed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SquadaOne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osefinSans-bold.fntdata"/><Relationship Id="rId30" Type="http://schemas.openxmlformats.org/officeDocument/2006/relationships/font" Target="fonts/JosefinSans-regular.fntdata"/><Relationship Id="rId11" Type="http://schemas.openxmlformats.org/officeDocument/2006/relationships/slide" Target="slides/slide5.xml"/><Relationship Id="rId33" Type="http://schemas.openxmlformats.org/officeDocument/2006/relationships/font" Target="fonts/JosefinSans-boldItalic.fntdata"/><Relationship Id="rId10" Type="http://schemas.openxmlformats.org/officeDocument/2006/relationships/slide" Target="slides/slide4.xml"/><Relationship Id="rId32" Type="http://schemas.openxmlformats.org/officeDocument/2006/relationships/font" Target="fonts/JosefinSans-italic.fntdata"/><Relationship Id="rId13" Type="http://schemas.openxmlformats.org/officeDocument/2006/relationships/slide" Target="slides/slide7.xml"/><Relationship Id="rId35" Type="http://schemas.openxmlformats.org/officeDocument/2006/relationships/font" Target="fonts/DosisMedium-bold.fntdata"/><Relationship Id="rId12" Type="http://schemas.openxmlformats.org/officeDocument/2006/relationships/slide" Target="slides/slide6.xml"/><Relationship Id="rId34" Type="http://schemas.openxmlformats.org/officeDocument/2006/relationships/font" Target="fonts/DosisMedium-regular.fntdata"/><Relationship Id="rId15" Type="http://schemas.openxmlformats.org/officeDocument/2006/relationships/slide" Target="slides/slide9.xml"/><Relationship Id="rId37" Type="http://schemas.openxmlformats.org/officeDocument/2006/relationships/font" Target="fonts/FiraSansCondensedExtraLight-bold.fntdata"/><Relationship Id="rId14" Type="http://schemas.openxmlformats.org/officeDocument/2006/relationships/slide" Target="slides/slide8.xml"/><Relationship Id="rId36" Type="http://schemas.openxmlformats.org/officeDocument/2006/relationships/font" Target="fonts/FiraSansCondensedExtraLight-regular.fntdata"/><Relationship Id="rId17" Type="http://schemas.openxmlformats.org/officeDocument/2006/relationships/slide" Target="slides/slide11.xml"/><Relationship Id="rId39" Type="http://schemas.openxmlformats.org/officeDocument/2006/relationships/font" Target="fonts/FiraSansCondensedExtraLight-boldItalic.fntdata"/><Relationship Id="rId16" Type="http://schemas.openxmlformats.org/officeDocument/2006/relationships/slide" Target="slides/slide10.xml"/><Relationship Id="rId38" Type="http://schemas.openxmlformats.org/officeDocument/2006/relationships/font" Target="fonts/FiraSansCondensedExtraLight-italic.fntdata"/><Relationship Id="rId19" Type="http://schemas.openxmlformats.org/officeDocument/2006/relationships/font" Target="fonts/DosisLigh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3a3b2702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3a3b2702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3a3b2702dd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3a3b2702dd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99de57090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399de57090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399de57090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399de57090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399de57090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399de57090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b970c5da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3b970c5da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3b970c5da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3b970c5da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b970c5da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b970c5da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b970c5da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b970c5da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3a3b2702dd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3a3b2702dd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4dfce81f1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4dfce81f1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571f33f51b_6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571f33f51b_6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ies.freepik.com/" TargetMode="Externa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ies.freepik.com/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USTOM_7">
    <p:bg>
      <p:bgPr>
        <a:solidFill>
          <a:srgbClr val="EFEFEF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4818613" y="1392125"/>
            <a:ext cx="3527100" cy="20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5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013313" y="3277126"/>
            <a:ext cx="3332400" cy="336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EFEFE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CUSTOM_28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6200" y="1115677"/>
            <a:ext cx="76704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000"/>
              <a:buFont typeface="Abel"/>
              <a:buChar char="●"/>
              <a:defRPr>
                <a:solidFill>
                  <a:srgbClr val="EFEFEF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14" name="Google Shape;14;p3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5" name="Google Shape;15;p3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40">
          <p15:clr>
            <a:srgbClr val="FA7B17"/>
          </p15:clr>
        </p15:guide>
        <p15:guide id="2" pos="454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2">
    <p:bg>
      <p:bgPr>
        <a:solidFill>
          <a:srgbClr val="EFEFE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 rot="10800000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6825175" y="3742225"/>
            <a:ext cx="8043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2" type="subTitle"/>
          </p:nvPr>
        </p:nvSpPr>
        <p:spPr>
          <a:xfrm>
            <a:off x="6825175" y="2380050"/>
            <a:ext cx="11085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3" type="subTitle"/>
          </p:nvPr>
        </p:nvSpPr>
        <p:spPr>
          <a:xfrm>
            <a:off x="4189488" y="5792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4" type="subTitle"/>
          </p:nvPr>
        </p:nvSpPr>
        <p:spPr>
          <a:xfrm>
            <a:off x="1392142" y="579250"/>
            <a:ext cx="1146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5" type="subTitle"/>
          </p:nvPr>
        </p:nvSpPr>
        <p:spPr>
          <a:xfrm>
            <a:off x="4181076" y="3742224"/>
            <a:ext cx="1344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6" type="subTitle"/>
          </p:nvPr>
        </p:nvSpPr>
        <p:spPr>
          <a:xfrm>
            <a:off x="1392142" y="19699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7" type="subTitle"/>
          </p:nvPr>
        </p:nvSpPr>
        <p:spPr>
          <a:xfrm>
            <a:off x="141072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5" name="Google Shape;25;p4"/>
          <p:cNvSpPr txBox="1"/>
          <p:nvPr>
            <p:ph idx="8" type="subTitle"/>
          </p:nvPr>
        </p:nvSpPr>
        <p:spPr>
          <a:xfrm>
            <a:off x="4199651" y="4148741"/>
            <a:ext cx="1573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9" type="subTitle"/>
          </p:nvPr>
        </p:nvSpPr>
        <p:spPr>
          <a:xfrm>
            <a:off x="1410724" y="2380873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" name="Google Shape;27;p4"/>
          <p:cNvSpPr txBox="1"/>
          <p:nvPr>
            <p:ph idx="13" type="subTitle"/>
          </p:nvPr>
        </p:nvSpPr>
        <p:spPr>
          <a:xfrm>
            <a:off x="420807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8" name="Google Shape;28;p4"/>
          <p:cNvSpPr txBox="1"/>
          <p:nvPr>
            <p:ph idx="14" type="subTitle"/>
          </p:nvPr>
        </p:nvSpPr>
        <p:spPr>
          <a:xfrm>
            <a:off x="6843751" y="41487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5" type="subTitle"/>
          </p:nvPr>
        </p:nvSpPr>
        <p:spPr>
          <a:xfrm>
            <a:off x="6843751" y="27909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hasCustomPrompt="1" type="title"/>
          </p:nvPr>
        </p:nvSpPr>
        <p:spPr>
          <a:xfrm>
            <a:off x="607642" y="483494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1" name="Google Shape;31;p4"/>
          <p:cNvSpPr txBox="1"/>
          <p:nvPr>
            <p:ph hasCustomPrompt="1" idx="16" type="title"/>
          </p:nvPr>
        </p:nvSpPr>
        <p:spPr>
          <a:xfrm>
            <a:off x="2988898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4"/>
          <p:cNvSpPr txBox="1"/>
          <p:nvPr>
            <p:ph hasCustomPrompt="1" idx="17" type="title"/>
          </p:nvPr>
        </p:nvSpPr>
        <p:spPr>
          <a:xfrm>
            <a:off x="607642" y="1886125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3" name="Google Shape;33;p4"/>
          <p:cNvSpPr txBox="1"/>
          <p:nvPr>
            <p:ph hasCustomPrompt="1" idx="18" type="title"/>
          </p:nvPr>
        </p:nvSpPr>
        <p:spPr>
          <a:xfrm>
            <a:off x="3333707" y="483494"/>
            <a:ext cx="855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4"/>
          <p:cNvSpPr txBox="1"/>
          <p:nvPr>
            <p:ph hasCustomPrompt="1" idx="19" type="title"/>
          </p:nvPr>
        </p:nvSpPr>
        <p:spPr>
          <a:xfrm>
            <a:off x="5632779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5" name="Google Shape;35;p4"/>
          <p:cNvSpPr txBox="1"/>
          <p:nvPr>
            <p:ph hasCustomPrompt="1" idx="20" type="title"/>
          </p:nvPr>
        </p:nvSpPr>
        <p:spPr>
          <a:xfrm>
            <a:off x="5632779" y="2283003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3">
    <p:bg>
      <p:bgPr>
        <a:solidFill>
          <a:srgbClr val="EFEFE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556000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856197" y="1666525"/>
            <a:ext cx="23763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subTitle"/>
          </p:nvPr>
        </p:nvSpPr>
        <p:spPr>
          <a:xfrm flipH="1">
            <a:off x="856195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" name="Google Shape;40;p5"/>
          <p:cNvSpPr/>
          <p:nvPr/>
        </p:nvSpPr>
        <p:spPr>
          <a:xfrm flipH="1">
            <a:off x="6648725" y="3686950"/>
            <a:ext cx="25347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CUSTOM_14_1">
    <p:bg>
      <p:bgPr>
        <a:solidFill>
          <a:srgbClr val="EFEFE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 txBox="1"/>
          <p:nvPr>
            <p:ph idx="1" type="subTitle"/>
          </p:nvPr>
        </p:nvSpPr>
        <p:spPr>
          <a:xfrm>
            <a:off x="5207350" y="3796621"/>
            <a:ext cx="23850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5207350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3" type="subTitle"/>
          </p:nvPr>
        </p:nvSpPr>
        <p:spPr>
          <a:xfrm>
            <a:off x="5207350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4" type="subTitle"/>
          </p:nvPr>
        </p:nvSpPr>
        <p:spPr>
          <a:xfrm>
            <a:off x="5207350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6"/>
          <p:cNvSpPr/>
          <p:nvPr/>
        </p:nvSpPr>
        <p:spPr>
          <a:xfrm>
            <a:off x="0" y="3687000"/>
            <a:ext cx="16374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5" type="subTitle"/>
          </p:nvPr>
        </p:nvSpPr>
        <p:spPr>
          <a:xfrm>
            <a:off x="1455675" y="3796625"/>
            <a:ext cx="26616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6" type="subTitle"/>
          </p:nvPr>
        </p:nvSpPr>
        <p:spPr>
          <a:xfrm>
            <a:off x="1455675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7" type="subTitle"/>
          </p:nvPr>
        </p:nvSpPr>
        <p:spPr>
          <a:xfrm>
            <a:off x="1455675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8" type="subTitle"/>
          </p:nvPr>
        </p:nvSpPr>
        <p:spPr>
          <a:xfrm>
            <a:off x="1455675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26">
    <p:bg>
      <p:bgPr>
        <a:solidFill>
          <a:srgbClr val="EFEFE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7365425" y="556000"/>
            <a:ext cx="177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 flipH="1">
            <a:off x="4321203" y="1666525"/>
            <a:ext cx="39666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5219097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">
  <p:cSld name="CUSTOM_26_2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 flipH="1">
            <a:off x="-12" y="2905000"/>
            <a:ext cx="30978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9" name="Google Shape;59;p8"/>
          <p:cNvSpPr txBox="1"/>
          <p:nvPr>
            <p:ph idx="1" type="subTitle"/>
          </p:nvPr>
        </p:nvSpPr>
        <p:spPr>
          <a:xfrm flipH="1">
            <a:off x="1511142" y="2906433"/>
            <a:ext cx="3051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2" type="subTitle"/>
          </p:nvPr>
        </p:nvSpPr>
        <p:spPr>
          <a:xfrm flipH="1">
            <a:off x="1511213" y="2084750"/>
            <a:ext cx="30894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26_1">
    <p:bg>
      <p:bgPr>
        <a:solidFill>
          <a:srgbClr val="EFEFE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 flipH="1">
            <a:off x="7755299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3" name="Google Shape;63;p9"/>
          <p:cNvSpPr txBox="1"/>
          <p:nvPr>
            <p:ph type="title"/>
          </p:nvPr>
        </p:nvSpPr>
        <p:spPr>
          <a:xfrm>
            <a:off x="5646900" y="1753400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subTitle"/>
          </p:nvPr>
        </p:nvSpPr>
        <p:spPr>
          <a:xfrm flipH="1">
            <a:off x="5485100" y="2753100"/>
            <a:ext cx="28026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4">
  <p:cSld name="CUSTOM_26_1_1">
    <p:bg>
      <p:bgPr>
        <a:solidFill>
          <a:srgbClr val="EFEFE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>
            <a:off x="0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7" name="Google Shape;67;p10"/>
          <p:cNvSpPr txBox="1"/>
          <p:nvPr>
            <p:ph type="title"/>
          </p:nvPr>
        </p:nvSpPr>
        <p:spPr>
          <a:xfrm flipH="1">
            <a:off x="856199" y="1705548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856300" y="2747325"/>
            <a:ext cx="27990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CUSTOM_26_1_1_1">
    <p:bg>
      <p:bgPr>
        <a:solidFill>
          <a:srgbClr val="EFEFE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6189713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2" type="subTitle"/>
          </p:nvPr>
        </p:nvSpPr>
        <p:spPr>
          <a:xfrm>
            <a:off x="58786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3" type="subTitle"/>
          </p:nvPr>
        </p:nvSpPr>
        <p:spPr>
          <a:xfrm>
            <a:off x="335911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1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 txBox="1"/>
          <p:nvPr>
            <p:ph type="ctrTitle"/>
          </p:nvPr>
        </p:nvSpPr>
        <p:spPr>
          <a:xfrm flipH="1">
            <a:off x="930900" y="36680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4" type="subTitle"/>
          </p:nvPr>
        </p:nvSpPr>
        <p:spPr>
          <a:xfrm>
            <a:off x="618971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5" type="subTitle"/>
          </p:nvPr>
        </p:nvSpPr>
        <p:spPr>
          <a:xfrm>
            <a:off x="587850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6" type="subTitle"/>
          </p:nvPr>
        </p:nvSpPr>
        <p:spPr>
          <a:xfrm>
            <a:off x="335910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7" type="subTitle"/>
          </p:nvPr>
        </p:nvSpPr>
        <p:spPr>
          <a:xfrm>
            <a:off x="6189713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8" type="subTitle"/>
          </p:nvPr>
        </p:nvSpPr>
        <p:spPr>
          <a:xfrm>
            <a:off x="58786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9" type="subTitle"/>
          </p:nvPr>
        </p:nvSpPr>
        <p:spPr>
          <a:xfrm>
            <a:off x="335911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3" type="subTitle"/>
          </p:nvPr>
        </p:nvSpPr>
        <p:spPr>
          <a:xfrm>
            <a:off x="618971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4" type="subTitle"/>
          </p:nvPr>
        </p:nvSpPr>
        <p:spPr>
          <a:xfrm>
            <a:off x="587850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5" type="subTitle"/>
          </p:nvPr>
        </p:nvSpPr>
        <p:spPr>
          <a:xfrm>
            <a:off x="335910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">
  <p:cSld name="CUSTOM_26_1_1_1_2">
    <p:bg>
      <p:bgPr>
        <a:solidFill>
          <a:srgbClr val="EFEFE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idx="1" type="subTitle"/>
          </p:nvPr>
        </p:nvSpPr>
        <p:spPr>
          <a:xfrm>
            <a:off x="4736030" y="1531703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2" type="subTitle"/>
          </p:nvPr>
        </p:nvSpPr>
        <p:spPr>
          <a:xfrm>
            <a:off x="4736037" y="1215950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3" type="subTitle"/>
          </p:nvPr>
        </p:nvSpPr>
        <p:spPr>
          <a:xfrm>
            <a:off x="4736030" y="4056302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4" type="subTitle"/>
          </p:nvPr>
        </p:nvSpPr>
        <p:spPr>
          <a:xfrm>
            <a:off x="4736037" y="3740549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5" type="subTitle"/>
          </p:nvPr>
        </p:nvSpPr>
        <p:spPr>
          <a:xfrm>
            <a:off x="4736030" y="2793999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2"/>
          <p:cNvSpPr txBox="1"/>
          <p:nvPr>
            <p:ph idx="6" type="subTitle"/>
          </p:nvPr>
        </p:nvSpPr>
        <p:spPr>
          <a:xfrm>
            <a:off x="4736037" y="2478247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91" name="Google Shape;91;p12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 txBox="1"/>
          <p:nvPr>
            <p:ph type="ctrTitle"/>
          </p:nvPr>
        </p:nvSpPr>
        <p:spPr>
          <a:xfrm>
            <a:off x="948600" y="366800"/>
            <a:ext cx="55641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USTOM_26_1_1_1_1">
    <p:bg>
      <p:bgPr>
        <a:solidFill>
          <a:srgbClr val="EFEFE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 txBox="1"/>
          <p:nvPr>
            <p:ph type="ctrTitle"/>
          </p:nvPr>
        </p:nvSpPr>
        <p:spPr>
          <a:xfrm>
            <a:off x="939750" y="366800"/>
            <a:ext cx="38100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USTOM_26_1_1_1_1_2">
    <p:bg>
      <p:bgPr>
        <a:solidFill>
          <a:srgbClr val="EFEFE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 txBox="1"/>
          <p:nvPr>
            <p:ph type="ctrTitle"/>
          </p:nvPr>
        </p:nvSpPr>
        <p:spPr>
          <a:xfrm flipH="1">
            <a:off x="5944500" y="366800"/>
            <a:ext cx="22509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7_1">
    <p:bg>
      <p:bgPr>
        <a:solidFill>
          <a:srgbClr val="EFEFE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 flipH="1">
            <a:off x="-7075" y="-130931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 txBox="1"/>
          <p:nvPr>
            <p:ph type="ctrTitle"/>
          </p:nvPr>
        </p:nvSpPr>
        <p:spPr>
          <a:xfrm>
            <a:off x="5502775" y="1410925"/>
            <a:ext cx="2597100" cy="11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5502775" y="2438625"/>
            <a:ext cx="26778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 ExtraLight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103" name="Google Shape;103;p15"/>
          <p:cNvSpPr txBox="1"/>
          <p:nvPr/>
        </p:nvSpPr>
        <p:spPr>
          <a:xfrm>
            <a:off x="5502775" y="4090950"/>
            <a:ext cx="29469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CREDITS: This presentation template was created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including icons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and infographics &amp; images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and illustrations by</a:t>
            </a:r>
            <a:r>
              <a:rPr b="1"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b="1" lang="en" sz="900">
                <a:solidFill>
                  <a:schemeClr val="accent3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sz="900">
              <a:solidFill>
                <a:schemeClr val="accent3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7_1_1">
    <p:bg>
      <p:bgPr>
        <a:solidFill>
          <a:srgbClr val="EFEFE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7_1_1_1"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bg>
      <p:bgPr>
        <a:noFill/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USTOM_7">
    <p:bg>
      <p:bgPr>
        <a:solidFill>
          <a:srgbClr val="EFEFE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/>
          <p:nvPr/>
        </p:nvSpPr>
        <p:spPr>
          <a:xfrm flipH="1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 txBox="1"/>
          <p:nvPr>
            <p:ph type="ctrTitle"/>
          </p:nvPr>
        </p:nvSpPr>
        <p:spPr>
          <a:xfrm>
            <a:off x="4818613" y="1392125"/>
            <a:ext cx="3527100" cy="20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5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5013313" y="3277126"/>
            <a:ext cx="3332400" cy="336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EFEFEF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CUSTOM_28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subTitle"/>
          </p:nvPr>
        </p:nvSpPr>
        <p:spPr>
          <a:xfrm>
            <a:off x="856200" y="1115677"/>
            <a:ext cx="76704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000"/>
              <a:buFont typeface="Abel"/>
              <a:buChar char="●"/>
              <a:defRPr>
                <a:solidFill>
                  <a:srgbClr val="EFEFEF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116" name="Google Shape;116;p21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17" name="Google Shape;117;p21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40">
          <p15:clr>
            <a:srgbClr val="FA7B17"/>
          </p15:clr>
        </p15:guide>
        <p15:guide id="2" pos="454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2">
    <p:bg>
      <p:bgPr>
        <a:solidFill>
          <a:srgbClr val="EFEFE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 flipH="1" rot="10800000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>
            <p:ph idx="1" type="subTitle"/>
          </p:nvPr>
        </p:nvSpPr>
        <p:spPr>
          <a:xfrm>
            <a:off x="6825175" y="3742225"/>
            <a:ext cx="8043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1" name="Google Shape;121;p22"/>
          <p:cNvSpPr txBox="1"/>
          <p:nvPr>
            <p:ph idx="2" type="subTitle"/>
          </p:nvPr>
        </p:nvSpPr>
        <p:spPr>
          <a:xfrm>
            <a:off x="6825175" y="2380050"/>
            <a:ext cx="11085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2" name="Google Shape;122;p22"/>
          <p:cNvSpPr txBox="1"/>
          <p:nvPr>
            <p:ph idx="3" type="subTitle"/>
          </p:nvPr>
        </p:nvSpPr>
        <p:spPr>
          <a:xfrm>
            <a:off x="4189488" y="5792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3" name="Google Shape;123;p22"/>
          <p:cNvSpPr txBox="1"/>
          <p:nvPr>
            <p:ph idx="4" type="subTitle"/>
          </p:nvPr>
        </p:nvSpPr>
        <p:spPr>
          <a:xfrm>
            <a:off x="1392142" y="579250"/>
            <a:ext cx="1146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4" name="Google Shape;124;p22"/>
          <p:cNvSpPr txBox="1"/>
          <p:nvPr>
            <p:ph idx="5" type="subTitle"/>
          </p:nvPr>
        </p:nvSpPr>
        <p:spPr>
          <a:xfrm>
            <a:off x="4181076" y="3742224"/>
            <a:ext cx="1344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6" type="subTitle"/>
          </p:nvPr>
        </p:nvSpPr>
        <p:spPr>
          <a:xfrm>
            <a:off x="1392142" y="19699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idx="7" type="subTitle"/>
          </p:nvPr>
        </p:nvSpPr>
        <p:spPr>
          <a:xfrm>
            <a:off x="141072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7" name="Google Shape;127;p22"/>
          <p:cNvSpPr txBox="1"/>
          <p:nvPr>
            <p:ph idx="8" type="subTitle"/>
          </p:nvPr>
        </p:nvSpPr>
        <p:spPr>
          <a:xfrm>
            <a:off x="4199651" y="4148741"/>
            <a:ext cx="1573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idx="9" type="subTitle"/>
          </p:nvPr>
        </p:nvSpPr>
        <p:spPr>
          <a:xfrm>
            <a:off x="1410724" y="2380873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9" name="Google Shape;129;p22"/>
          <p:cNvSpPr txBox="1"/>
          <p:nvPr>
            <p:ph idx="13" type="subTitle"/>
          </p:nvPr>
        </p:nvSpPr>
        <p:spPr>
          <a:xfrm>
            <a:off x="420807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0" name="Google Shape;130;p22"/>
          <p:cNvSpPr txBox="1"/>
          <p:nvPr>
            <p:ph idx="14" type="subTitle"/>
          </p:nvPr>
        </p:nvSpPr>
        <p:spPr>
          <a:xfrm>
            <a:off x="6843751" y="41487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15" type="subTitle"/>
          </p:nvPr>
        </p:nvSpPr>
        <p:spPr>
          <a:xfrm>
            <a:off x="6843751" y="27909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hasCustomPrompt="1" type="title"/>
          </p:nvPr>
        </p:nvSpPr>
        <p:spPr>
          <a:xfrm>
            <a:off x="607642" y="483494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3" name="Google Shape;133;p22"/>
          <p:cNvSpPr txBox="1"/>
          <p:nvPr>
            <p:ph hasCustomPrompt="1" idx="16" type="title"/>
          </p:nvPr>
        </p:nvSpPr>
        <p:spPr>
          <a:xfrm>
            <a:off x="2988898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2"/>
          <p:cNvSpPr txBox="1"/>
          <p:nvPr>
            <p:ph hasCustomPrompt="1" idx="17" type="title"/>
          </p:nvPr>
        </p:nvSpPr>
        <p:spPr>
          <a:xfrm>
            <a:off x="607642" y="1886125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5" name="Google Shape;135;p22"/>
          <p:cNvSpPr txBox="1"/>
          <p:nvPr>
            <p:ph hasCustomPrompt="1" idx="18" type="title"/>
          </p:nvPr>
        </p:nvSpPr>
        <p:spPr>
          <a:xfrm>
            <a:off x="3333707" y="483494"/>
            <a:ext cx="855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6" name="Google Shape;136;p22"/>
          <p:cNvSpPr txBox="1"/>
          <p:nvPr>
            <p:ph hasCustomPrompt="1" idx="19" type="title"/>
          </p:nvPr>
        </p:nvSpPr>
        <p:spPr>
          <a:xfrm>
            <a:off x="5632779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22"/>
          <p:cNvSpPr txBox="1"/>
          <p:nvPr>
            <p:ph hasCustomPrompt="1" idx="20" type="title"/>
          </p:nvPr>
        </p:nvSpPr>
        <p:spPr>
          <a:xfrm>
            <a:off x="5632779" y="2283003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3">
    <p:bg>
      <p:bgPr>
        <a:solidFill>
          <a:srgbClr val="EFEFE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/>
          <p:nvPr/>
        </p:nvSpPr>
        <p:spPr>
          <a:xfrm>
            <a:off x="0" y="556000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40" name="Google Shape;140;p23"/>
          <p:cNvSpPr txBox="1"/>
          <p:nvPr>
            <p:ph type="title"/>
          </p:nvPr>
        </p:nvSpPr>
        <p:spPr>
          <a:xfrm>
            <a:off x="856197" y="1666525"/>
            <a:ext cx="23763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41" name="Google Shape;141;p23"/>
          <p:cNvSpPr txBox="1"/>
          <p:nvPr>
            <p:ph idx="1" type="subTitle"/>
          </p:nvPr>
        </p:nvSpPr>
        <p:spPr>
          <a:xfrm flipH="1">
            <a:off x="856195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2" name="Google Shape;142;p23"/>
          <p:cNvSpPr/>
          <p:nvPr/>
        </p:nvSpPr>
        <p:spPr>
          <a:xfrm flipH="1">
            <a:off x="6648725" y="3686950"/>
            <a:ext cx="25347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CUSTOM_14_1">
    <p:bg>
      <p:bgPr>
        <a:solidFill>
          <a:srgbClr val="EFEFE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4"/>
          <p:cNvSpPr txBox="1"/>
          <p:nvPr>
            <p:ph idx="1" type="subTitle"/>
          </p:nvPr>
        </p:nvSpPr>
        <p:spPr>
          <a:xfrm>
            <a:off x="5207350" y="3796621"/>
            <a:ext cx="23850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46" name="Google Shape;146;p24"/>
          <p:cNvSpPr txBox="1"/>
          <p:nvPr>
            <p:ph idx="2" type="subTitle"/>
          </p:nvPr>
        </p:nvSpPr>
        <p:spPr>
          <a:xfrm>
            <a:off x="5207350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47" name="Google Shape;147;p24"/>
          <p:cNvSpPr txBox="1"/>
          <p:nvPr>
            <p:ph idx="3" type="subTitle"/>
          </p:nvPr>
        </p:nvSpPr>
        <p:spPr>
          <a:xfrm>
            <a:off x="5207350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24"/>
          <p:cNvSpPr txBox="1"/>
          <p:nvPr>
            <p:ph idx="4" type="subTitle"/>
          </p:nvPr>
        </p:nvSpPr>
        <p:spPr>
          <a:xfrm>
            <a:off x="5207350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24"/>
          <p:cNvSpPr/>
          <p:nvPr/>
        </p:nvSpPr>
        <p:spPr>
          <a:xfrm>
            <a:off x="0" y="3687000"/>
            <a:ext cx="16374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51" name="Google Shape;151;p24"/>
          <p:cNvSpPr txBox="1"/>
          <p:nvPr>
            <p:ph idx="5" type="subTitle"/>
          </p:nvPr>
        </p:nvSpPr>
        <p:spPr>
          <a:xfrm>
            <a:off x="1455675" y="3796625"/>
            <a:ext cx="26616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52" name="Google Shape;152;p24"/>
          <p:cNvSpPr txBox="1"/>
          <p:nvPr>
            <p:ph idx="6" type="subTitle"/>
          </p:nvPr>
        </p:nvSpPr>
        <p:spPr>
          <a:xfrm>
            <a:off x="1455675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53" name="Google Shape;153;p24"/>
          <p:cNvSpPr txBox="1"/>
          <p:nvPr>
            <p:ph idx="7" type="subTitle"/>
          </p:nvPr>
        </p:nvSpPr>
        <p:spPr>
          <a:xfrm>
            <a:off x="1455675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24"/>
          <p:cNvSpPr txBox="1"/>
          <p:nvPr>
            <p:ph idx="8" type="subTitle"/>
          </p:nvPr>
        </p:nvSpPr>
        <p:spPr>
          <a:xfrm>
            <a:off x="1455675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26">
    <p:bg>
      <p:bgPr>
        <a:solidFill>
          <a:srgbClr val="EFEFE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/>
          <p:nvPr/>
        </p:nvSpPr>
        <p:spPr>
          <a:xfrm>
            <a:off x="7365425" y="556000"/>
            <a:ext cx="177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57" name="Google Shape;157;p25"/>
          <p:cNvSpPr txBox="1"/>
          <p:nvPr>
            <p:ph type="title"/>
          </p:nvPr>
        </p:nvSpPr>
        <p:spPr>
          <a:xfrm flipH="1">
            <a:off x="4321203" y="1666525"/>
            <a:ext cx="39666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1" type="subTitle"/>
          </p:nvPr>
        </p:nvSpPr>
        <p:spPr>
          <a:xfrm>
            <a:off x="5219097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">
  <p:cSld name="CUSTOM_26_2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/>
          <p:nvPr/>
        </p:nvSpPr>
        <p:spPr>
          <a:xfrm flipH="1">
            <a:off x="-12" y="2905000"/>
            <a:ext cx="30978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61" name="Google Shape;161;p26"/>
          <p:cNvSpPr txBox="1"/>
          <p:nvPr>
            <p:ph idx="1" type="subTitle"/>
          </p:nvPr>
        </p:nvSpPr>
        <p:spPr>
          <a:xfrm flipH="1">
            <a:off x="1511142" y="2906433"/>
            <a:ext cx="3051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62" name="Google Shape;162;p26"/>
          <p:cNvSpPr txBox="1"/>
          <p:nvPr>
            <p:ph idx="2" type="subTitle"/>
          </p:nvPr>
        </p:nvSpPr>
        <p:spPr>
          <a:xfrm flipH="1">
            <a:off x="1511213" y="2084750"/>
            <a:ext cx="30894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26_1">
    <p:bg>
      <p:bgPr>
        <a:solidFill>
          <a:srgbClr val="EFEFE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/>
          <p:nvPr/>
        </p:nvSpPr>
        <p:spPr>
          <a:xfrm flipH="1">
            <a:off x="7755299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65" name="Google Shape;165;p27"/>
          <p:cNvSpPr txBox="1"/>
          <p:nvPr>
            <p:ph type="title"/>
          </p:nvPr>
        </p:nvSpPr>
        <p:spPr>
          <a:xfrm>
            <a:off x="5646900" y="1753400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166" name="Google Shape;166;p27"/>
          <p:cNvSpPr txBox="1"/>
          <p:nvPr>
            <p:ph idx="1" type="subTitle"/>
          </p:nvPr>
        </p:nvSpPr>
        <p:spPr>
          <a:xfrm flipH="1">
            <a:off x="5485100" y="2753100"/>
            <a:ext cx="28026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4">
  <p:cSld name="CUSTOM_26_1_1">
    <p:bg>
      <p:bgPr>
        <a:solidFill>
          <a:srgbClr val="EFEFE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/>
          <p:nvPr/>
        </p:nvSpPr>
        <p:spPr>
          <a:xfrm>
            <a:off x="0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69" name="Google Shape;169;p28"/>
          <p:cNvSpPr txBox="1"/>
          <p:nvPr>
            <p:ph type="title"/>
          </p:nvPr>
        </p:nvSpPr>
        <p:spPr>
          <a:xfrm flipH="1">
            <a:off x="856199" y="1705548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1" type="subTitle"/>
          </p:nvPr>
        </p:nvSpPr>
        <p:spPr>
          <a:xfrm>
            <a:off x="856300" y="2747325"/>
            <a:ext cx="27990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CUSTOM_26_1_1_1">
    <p:bg>
      <p:bgPr>
        <a:solidFill>
          <a:srgbClr val="EFEFE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idx="1" type="subTitle"/>
          </p:nvPr>
        </p:nvSpPr>
        <p:spPr>
          <a:xfrm>
            <a:off x="6189713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9"/>
          <p:cNvSpPr txBox="1"/>
          <p:nvPr>
            <p:ph idx="2" type="subTitle"/>
          </p:nvPr>
        </p:nvSpPr>
        <p:spPr>
          <a:xfrm>
            <a:off x="58786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" name="Google Shape;174;p29"/>
          <p:cNvSpPr txBox="1"/>
          <p:nvPr>
            <p:ph idx="3" type="subTitle"/>
          </p:nvPr>
        </p:nvSpPr>
        <p:spPr>
          <a:xfrm>
            <a:off x="335911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29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9"/>
          <p:cNvSpPr txBox="1"/>
          <p:nvPr>
            <p:ph type="ctrTitle"/>
          </p:nvPr>
        </p:nvSpPr>
        <p:spPr>
          <a:xfrm flipH="1">
            <a:off x="930900" y="36680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7" name="Google Shape;177;p29"/>
          <p:cNvSpPr txBox="1"/>
          <p:nvPr>
            <p:ph idx="4" type="subTitle"/>
          </p:nvPr>
        </p:nvSpPr>
        <p:spPr>
          <a:xfrm>
            <a:off x="618971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78" name="Google Shape;178;p29"/>
          <p:cNvSpPr txBox="1"/>
          <p:nvPr>
            <p:ph idx="5" type="subTitle"/>
          </p:nvPr>
        </p:nvSpPr>
        <p:spPr>
          <a:xfrm>
            <a:off x="587850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79" name="Google Shape;179;p29"/>
          <p:cNvSpPr txBox="1"/>
          <p:nvPr>
            <p:ph idx="6" type="subTitle"/>
          </p:nvPr>
        </p:nvSpPr>
        <p:spPr>
          <a:xfrm>
            <a:off x="335910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80" name="Google Shape;180;p29"/>
          <p:cNvSpPr txBox="1"/>
          <p:nvPr>
            <p:ph idx="7" type="subTitle"/>
          </p:nvPr>
        </p:nvSpPr>
        <p:spPr>
          <a:xfrm>
            <a:off x="6189713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8" type="subTitle"/>
          </p:nvPr>
        </p:nvSpPr>
        <p:spPr>
          <a:xfrm>
            <a:off x="58786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9" type="subTitle"/>
          </p:nvPr>
        </p:nvSpPr>
        <p:spPr>
          <a:xfrm>
            <a:off x="335911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13" type="subTitle"/>
          </p:nvPr>
        </p:nvSpPr>
        <p:spPr>
          <a:xfrm>
            <a:off x="618971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14" type="subTitle"/>
          </p:nvPr>
        </p:nvSpPr>
        <p:spPr>
          <a:xfrm>
            <a:off x="587850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5" type="subTitle"/>
          </p:nvPr>
        </p:nvSpPr>
        <p:spPr>
          <a:xfrm>
            <a:off x="335910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">
  <p:cSld name="CUSTOM_26_1_1_1_2">
    <p:bg>
      <p:bgPr>
        <a:solidFill>
          <a:srgbClr val="EFEFE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idx="1" type="subTitle"/>
          </p:nvPr>
        </p:nvSpPr>
        <p:spPr>
          <a:xfrm>
            <a:off x="4736030" y="1531703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30"/>
          <p:cNvSpPr txBox="1"/>
          <p:nvPr>
            <p:ph idx="2" type="subTitle"/>
          </p:nvPr>
        </p:nvSpPr>
        <p:spPr>
          <a:xfrm>
            <a:off x="4736037" y="1215950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89" name="Google Shape;189;p30"/>
          <p:cNvSpPr txBox="1"/>
          <p:nvPr>
            <p:ph idx="3" type="subTitle"/>
          </p:nvPr>
        </p:nvSpPr>
        <p:spPr>
          <a:xfrm>
            <a:off x="4736030" y="4056302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4" type="subTitle"/>
          </p:nvPr>
        </p:nvSpPr>
        <p:spPr>
          <a:xfrm>
            <a:off x="4736037" y="3740549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5" type="subTitle"/>
          </p:nvPr>
        </p:nvSpPr>
        <p:spPr>
          <a:xfrm>
            <a:off x="4736030" y="2793999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6" type="subTitle"/>
          </p:nvPr>
        </p:nvSpPr>
        <p:spPr>
          <a:xfrm>
            <a:off x="4736037" y="2478247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93" name="Google Shape;193;p30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0"/>
          <p:cNvSpPr txBox="1"/>
          <p:nvPr>
            <p:ph type="ctrTitle"/>
          </p:nvPr>
        </p:nvSpPr>
        <p:spPr>
          <a:xfrm>
            <a:off x="948600" y="366800"/>
            <a:ext cx="55641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USTOM_26_1_1_1_1">
    <p:bg>
      <p:bgPr>
        <a:solidFill>
          <a:srgbClr val="EFEFE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1"/>
          <p:cNvSpPr txBox="1"/>
          <p:nvPr>
            <p:ph type="ctrTitle"/>
          </p:nvPr>
        </p:nvSpPr>
        <p:spPr>
          <a:xfrm>
            <a:off x="939750" y="366800"/>
            <a:ext cx="38100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USTOM_26_1_1_1_1_2">
    <p:bg>
      <p:bgPr>
        <a:solidFill>
          <a:srgbClr val="EFEFE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2"/>
          <p:cNvSpPr txBox="1"/>
          <p:nvPr>
            <p:ph type="ctrTitle"/>
          </p:nvPr>
        </p:nvSpPr>
        <p:spPr>
          <a:xfrm flipH="1">
            <a:off x="5944500" y="366800"/>
            <a:ext cx="22509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7_1">
    <p:bg>
      <p:bgPr>
        <a:solidFill>
          <a:srgbClr val="EFEFE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/>
          <p:nvPr/>
        </p:nvSpPr>
        <p:spPr>
          <a:xfrm flipH="1">
            <a:off x="-7075" y="-130931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3"/>
          <p:cNvSpPr txBox="1"/>
          <p:nvPr>
            <p:ph type="ctrTitle"/>
          </p:nvPr>
        </p:nvSpPr>
        <p:spPr>
          <a:xfrm>
            <a:off x="5502775" y="1410925"/>
            <a:ext cx="2597100" cy="11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04" name="Google Shape;204;p33"/>
          <p:cNvSpPr txBox="1"/>
          <p:nvPr>
            <p:ph idx="1" type="subTitle"/>
          </p:nvPr>
        </p:nvSpPr>
        <p:spPr>
          <a:xfrm>
            <a:off x="5502775" y="2438625"/>
            <a:ext cx="26778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 ExtraLight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205" name="Google Shape;205;p33"/>
          <p:cNvSpPr txBox="1"/>
          <p:nvPr/>
        </p:nvSpPr>
        <p:spPr>
          <a:xfrm>
            <a:off x="5502775" y="4090950"/>
            <a:ext cx="29469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CREDITS: This presentation template was created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including icons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and infographics &amp; images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and illustrations by</a:t>
            </a:r>
            <a:r>
              <a:rPr b="1"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b="1" lang="en" sz="900">
                <a:solidFill>
                  <a:schemeClr val="accent3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sz="900">
              <a:solidFill>
                <a:schemeClr val="accent3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7_1_1">
    <p:bg>
      <p:bgPr>
        <a:solidFill>
          <a:srgbClr val="EFEFE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7_1_1_1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bg>
      <p:bgPr>
        <a:noFill/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Staatliches"/>
              <a:buNone/>
              <a:defRPr sz="28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Staatliches"/>
              <a:buNone/>
              <a:defRPr sz="28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/>
          <p:nvPr/>
        </p:nvSpPr>
        <p:spPr>
          <a:xfrm flipH="1" rot="-368550">
            <a:off x="5205585" y="3359654"/>
            <a:ext cx="3053229" cy="931142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7"/>
          <p:cNvSpPr/>
          <p:nvPr/>
        </p:nvSpPr>
        <p:spPr>
          <a:xfrm flipH="1">
            <a:off x="8096073" y="3351039"/>
            <a:ext cx="14312" cy="3533"/>
          </a:xfrm>
          <a:custGeom>
            <a:rect b="b" l="l" r="r" t="t"/>
            <a:pathLst>
              <a:path extrusionOk="0" h="79" w="320">
                <a:moveTo>
                  <a:pt x="1" y="1"/>
                </a:moveTo>
                <a:lnTo>
                  <a:pt x="1" y="1"/>
                </a:lnTo>
                <a:cubicBezTo>
                  <a:pt x="86" y="51"/>
                  <a:pt x="205" y="78"/>
                  <a:pt x="320" y="78"/>
                </a:cubicBezTo>
                <a:cubicBezTo>
                  <a:pt x="205" y="78"/>
                  <a:pt x="89" y="51"/>
                  <a:pt x="1" y="1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7"/>
          <p:cNvSpPr/>
          <p:nvPr/>
        </p:nvSpPr>
        <p:spPr>
          <a:xfrm flipH="1">
            <a:off x="8182750" y="2442109"/>
            <a:ext cx="16325" cy="2639"/>
          </a:xfrm>
          <a:custGeom>
            <a:rect b="b" l="l" r="r" t="t"/>
            <a:pathLst>
              <a:path extrusionOk="0" h="59" w="365">
                <a:moveTo>
                  <a:pt x="1" y="1"/>
                </a:moveTo>
                <a:cubicBezTo>
                  <a:pt x="126" y="1"/>
                  <a:pt x="256" y="21"/>
                  <a:pt x="365" y="59"/>
                </a:cubicBezTo>
                <a:cubicBezTo>
                  <a:pt x="256" y="21"/>
                  <a:pt x="130" y="1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7"/>
          <p:cNvSpPr/>
          <p:nvPr/>
        </p:nvSpPr>
        <p:spPr>
          <a:xfrm flipH="1">
            <a:off x="6935415" y="3453348"/>
            <a:ext cx="473280" cy="287090"/>
          </a:xfrm>
          <a:custGeom>
            <a:rect b="b" l="l" r="r" t="t"/>
            <a:pathLst>
              <a:path extrusionOk="0" h="6419" w="10582">
                <a:moveTo>
                  <a:pt x="10581" y="0"/>
                </a:moveTo>
                <a:lnTo>
                  <a:pt x="1" y="6120"/>
                </a:lnTo>
                <a:lnTo>
                  <a:pt x="504" y="6418"/>
                </a:lnTo>
                <a:lnTo>
                  <a:pt x="10581" y="595"/>
                </a:lnTo>
                <a:lnTo>
                  <a:pt x="10581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7"/>
          <p:cNvSpPr/>
          <p:nvPr/>
        </p:nvSpPr>
        <p:spPr>
          <a:xfrm flipH="1">
            <a:off x="7521939" y="1657582"/>
            <a:ext cx="449799" cy="1817266"/>
          </a:xfrm>
          <a:custGeom>
            <a:rect b="b" l="l" r="r" t="t"/>
            <a:pathLst>
              <a:path extrusionOk="0" h="40632" w="10057">
                <a:moveTo>
                  <a:pt x="9155" y="1"/>
                </a:moveTo>
                <a:cubicBezTo>
                  <a:pt x="9092" y="1"/>
                  <a:pt x="9031" y="44"/>
                  <a:pt x="9013" y="112"/>
                </a:cubicBezTo>
                <a:lnTo>
                  <a:pt x="14" y="40062"/>
                </a:lnTo>
                <a:cubicBezTo>
                  <a:pt x="0" y="40123"/>
                  <a:pt x="28" y="40185"/>
                  <a:pt x="82" y="40216"/>
                </a:cubicBezTo>
                <a:lnTo>
                  <a:pt x="670" y="40556"/>
                </a:lnTo>
                <a:cubicBezTo>
                  <a:pt x="673" y="40559"/>
                  <a:pt x="673" y="40559"/>
                  <a:pt x="677" y="40562"/>
                </a:cubicBezTo>
                <a:cubicBezTo>
                  <a:pt x="764" y="40607"/>
                  <a:pt x="872" y="40631"/>
                  <a:pt x="983" y="40631"/>
                </a:cubicBezTo>
                <a:cubicBezTo>
                  <a:pt x="998" y="40631"/>
                  <a:pt x="1013" y="40631"/>
                  <a:pt x="1028" y="40630"/>
                </a:cubicBezTo>
                <a:lnTo>
                  <a:pt x="1279" y="39525"/>
                </a:lnTo>
                <a:lnTo>
                  <a:pt x="10044" y="608"/>
                </a:lnTo>
                <a:cubicBezTo>
                  <a:pt x="10057" y="550"/>
                  <a:pt x="10030" y="485"/>
                  <a:pt x="9975" y="455"/>
                </a:cubicBezTo>
                <a:lnTo>
                  <a:pt x="9224" y="19"/>
                </a:lnTo>
                <a:cubicBezTo>
                  <a:pt x="9202" y="7"/>
                  <a:pt x="9178" y="1"/>
                  <a:pt x="9155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7"/>
          <p:cNvSpPr/>
          <p:nvPr/>
        </p:nvSpPr>
        <p:spPr>
          <a:xfrm flipH="1">
            <a:off x="7476319" y="1654183"/>
            <a:ext cx="449486" cy="1820621"/>
          </a:xfrm>
          <a:custGeom>
            <a:rect b="b" l="l" r="r" t="t"/>
            <a:pathLst>
              <a:path extrusionOk="0" h="40707" w="10050">
                <a:moveTo>
                  <a:pt x="10050" y="1"/>
                </a:moveTo>
                <a:lnTo>
                  <a:pt x="9041" y="585"/>
                </a:lnTo>
                <a:lnTo>
                  <a:pt x="252" y="39601"/>
                </a:lnTo>
                <a:lnTo>
                  <a:pt x="1" y="40706"/>
                </a:lnTo>
                <a:cubicBezTo>
                  <a:pt x="112" y="40706"/>
                  <a:pt x="221" y="40682"/>
                  <a:pt x="307" y="40632"/>
                </a:cubicBezTo>
                <a:lnTo>
                  <a:pt x="894" y="40292"/>
                </a:lnTo>
                <a:cubicBezTo>
                  <a:pt x="949" y="40257"/>
                  <a:pt x="990" y="40204"/>
                  <a:pt x="1007" y="40138"/>
                </a:cubicBezTo>
                <a:lnTo>
                  <a:pt x="10050" y="1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7"/>
          <p:cNvSpPr/>
          <p:nvPr/>
        </p:nvSpPr>
        <p:spPr>
          <a:xfrm flipH="1">
            <a:off x="7431102" y="2540504"/>
            <a:ext cx="45396" cy="1584920"/>
          </a:xfrm>
          <a:custGeom>
            <a:rect b="b" l="l" r="r" t="t"/>
            <a:pathLst>
              <a:path extrusionOk="0" h="35437" w="1015">
                <a:moveTo>
                  <a:pt x="1" y="1"/>
                </a:moveTo>
                <a:lnTo>
                  <a:pt x="4" y="34856"/>
                </a:lnTo>
                <a:cubicBezTo>
                  <a:pt x="4" y="34924"/>
                  <a:pt x="45" y="34992"/>
                  <a:pt x="134" y="35043"/>
                </a:cubicBezTo>
                <a:lnTo>
                  <a:pt x="680" y="35359"/>
                </a:lnTo>
                <a:cubicBezTo>
                  <a:pt x="684" y="35363"/>
                  <a:pt x="684" y="35363"/>
                  <a:pt x="688" y="35363"/>
                </a:cubicBezTo>
                <a:cubicBezTo>
                  <a:pt x="776" y="35413"/>
                  <a:pt x="895" y="35437"/>
                  <a:pt x="1014" y="35437"/>
                </a:cubicBezTo>
                <a:lnTo>
                  <a:pt x="1014" y="34278"/>
                </a:lnTo>
                <a:lnTo>
                  <a:pt x="1011" y="586"/>
                </a:lnTo>
                <a:lnTo>
                  <a:pt x="1" y="1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7"/>
          <p:cNvSpPr/>
          <p:nvPr/>
        </p:nvSpPr>
        <p:spPr>
          <a:xfrm flipH="1">
            <a:off x="7385975" y="2540683"/>
            <a:ext cx="45351" cy="1584741"/>
          </a:xfrm>
          <a:custGeom>
            <a:rect b="b" l="l" r="r" t="t"/>
            <a:pathLst>
              <a:path extrusionOk="0" h="35433" w="1014">
                <a:moveTo>
                  <a:pt x="1013" y="0"/>
                </a:moveTo>
                <a:lnTo>
                  <a:pt x="1" y="582"/>
                </a:lnTo>
                <a:lnTo>
                  <a:pt x="4" y="34274"/>
                </a:lnTo>
                <a:lnTo>
                  <a:pt x="4" y="35433"/>
                </a:lnTo>
                <a:cubicBezTo>
                  <a:pt x="123" y="35433"/>
                  <a:pt x="246" y="35409"/>
                  <a:pt x="334" y="35355"/>
                </a:cubicBezTo>
                <a:lnTo>
                  <a:pt x="878" y="35039"/>
                </a:lnTo>
                <a:cubicBezTo>
                  <a:pt x="959" y="34991"/>
                  <a:pt x="1007" y="34927"/>
                  <a:pt x="1010" y="34866"/>
                </a:cubicBezTo>
                <a:lnTo>
                  <a:pt x="1010" y="34838"/>
                </a:lnTo>
                <a:lnTo>
                  <a:pt x="1013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7"/>
          <p:cNvSpPr/>
          <p:nvPr/>
        </p:nvSpPr>
        <p:spPr>
          <a:xfrm flipH="1">
            <a:off x="6846189" y="2358025"/>
            <a:ext cx="314148" cy="1429679"/>
          </a:xfrm>
          <a:custGeom>
            <a:rect b="b" l="l" r="r" t="t"/>
            <a:pathLst>
              <a:path extrusionOk="0" h="31966" w="7024">
                <a:moveTo>
                  <a:pt x="0" y="1"/>
                </a:moveTo>
                <a:lnTo>
                  <a:pt x="6010" y="31357"/>
                </a:lnTo>
                <a:cubicBezTo>
                  <a:pt x="6028" y="31439"/>
                  <a:pt x="6075" y="31511"/>
                  <a:pt x="6150" y="31551"/>
                </a:cubicBezTo>
                <a:lnTo>
                  <a:pt x="6711" y="31875"/>
                </a:lnTo>
                <a:cubicBezTo>
                  <a:pt x="6830" y="31946"/>
                  <a:pt x="6956" y="31966"/>
                  <a:pt x="7024" y="31966"/>
                </a:cubicBezTo>
                <a:lnTo>
                  <a:pt x="6809" y="30837"/>
                </a:lnTo>
                <a:lnTo>
                  <a:pt x="1010" y="583"/>
                </a:lnTo>
                <a:lnTo>
                  <a:pt x="0" y="1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7"/>
          <p:cNvSpPr/>
          <p:nvPr/>
        </p:nvSpPr>
        <p:spPr>
          <a:xfrm flipH="1">
            <a:off x="6801196" y="2358204"/>
            <a:ext cx="314014" cy="1429500"/>
          </a:xfrm>
          <a:custGeom>
            <a:rect b="b" l="l" r="r" t="t"/>
            <a:pathLst>
              <a:path extrusionOk="0" h="31962" w="7021">
                <a:moveTo>
                  <a:pt x="1014" y="0"/>
                </a:moveTo>
                <a:lnTo>
                  <a:pt x="1" y="579"/>
                </a:lnTo>
                <a:lnTo>
                  <a:pt x="5800" y="30833"/>
                </a:lnTo>
                <a:lnTo>
                  <a:pt x="6015" y="31962"/>
                </a:lnTo>
                <a:cubicBezTo>
                  <a:pt x="6134" y="31962"/>
                  <a:pt x="6253" y="31935"/>
                  <a:pt x="6345" y="31884"/>
                </a:cubicBezTo>
                <a:lnTo>
                  <a:pt x="6371" y="31871"/>
                </a:lnTo>
                <a:lnTo>
                  <a:pt x="6886" y="31571"/>
                </a:lnTo>
                <a:cubicBezTo>
                  <a:pt x="6977" y="31516"/>
                  <a:pt x="7021" y="31449"/>
                  <a:pt x="7021" y="31381"/>
                </a:cubicBezTo>
                <a:lnTo>
                  <a:pt x="7021" y="31374"/>
                </a:lnTo>
                <a:lnTo>
                  <a:pt x="7014" y="31337"/>
                </a:lnTo>
                <a:lnTo>
                  <a:pt x="7014" y="31330"/>
                </a:lnTo>
                <a:lnTo>
                  <a:pt x="1014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7"/>
          <p:cNvSpPr/>
          <p:nvPr/>
        </p:nvSpPr>
        <p:spPr>
          <a:xfrm flipH="1">
            <a:off x="6890422" y="3453929"/>
            <a:ext cx="511251" cy="347200"/>
          </a:xfrm>
          <a:custGeom>
            <a:rect b="b" l="l" r="r" t="t"/>
            <a:pathLst>
              <a:path extrusionOk="0" h="7763" w="11431">
                <a:moveTo>
                  <a:pt x="11430" y="0"/>
                </a:moveTo>
                <a:lnTo>
                  <a:pt x="0" y="6600"/>
                </a:lnTo>
                <a:lnTo>
                  <a:pt x="0" y="7762"/>
                </a:lnTo>
                <a:lnTo>
                  <a:pt x="11430" y="1163"/>
                </a:lnTo>
                <a:lnTo>
                  <a:pt x="11430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7"/>
          <p:cNvSpPr/>
          <p:nvPr/>
        </p:nvSpPr>
        <p:spPr>
          <a:xfrm flipH="1">
            <a:off x="6619925" y="2261911"/>
            <a:ext cx="1487285" cy="900940"/>
          </a:xfrm>
          <a:custGeom>
            <a:rect b="b" l="l" r="r" t="t"/>
            <a:pathLst>
              <a:path extrusionOk="0" h="20144" w="33254">
                <a:moveTo>
                  <a:pt x="29221" y="0"/>
                </a:moveTo>
                <a:cubicBezTo>
                  <a:pt x="29105" y="0"/>
                  <a:pt x="28988" y="26"/>
                  <a:pt x="28898" y="77"/>
                </a:cubicBezTo>
                <a:lnTo>
                  <a:pt x="324" y="16575"/>
                </a:lnTo>
                <a:cubicBezTo>
                  <a:pt x="143" y="16681"/>
                  <a:pt x="1" y="16929"/>
                  <a:pt x="1" y="17133"/>
                </a:cubicBezTo>
                <a:lnTo>
                  <a:pt x="1" y="17554"/>
                </a:lnTo>
                <a:cubicBezTo>
                  <a:pt x="1" y="17758"/>
                  <a:pt x="143" y="18010"/>
                  <a:pt x="324" y="18112"/>
                </a:cubicBezTo>
                <a:lnTo>
                  <a:pt x="3710" y="20068"/>
                </a:lnTo>
                <a:cubicBezTo>
                  <a:pt x="3798" y="20118"/>
                  <a:pt x="3914" y="20144"/>
                  <a:pt x="4031" y="20144"/>
                </a:cubicBezTo>
                <a:cubicBezTo>
                  <a:pt x="4147" y="20144"/>
                  <a:pt x="4263" y="20118"/>
                  <a:pt x="4352" y="20068"/>
                </a:cubicBezTo>
                <a:lnTo>
                  <a:pt x="32931" y="3568"/>
                </a:lnTo>
                <a:cubicBezTo>
                  <a:pt x="33108" y="3466"/>
                  <a:pt x="33254" y="3214"/>
                  <a:pt x="33254" y="3010"/>
                </a:cubicBezTo>
                <a:lnTo>
                  <a:pt x="33254" y="2592"/>
                </a:lnTo>
                <a:cubicBezTo>
                  <a:pt x="33254" y="2385"/>
                  <a:pt x="33108" y="2137"/>
                  <a:pt x="32931" y="2031"/>
                </a:cubicBezTo>
                <a:lnTo>
                  <a:pt x="29544" y="77"/>
                </a:lnTo>
                <a:cubicBezTo>
                  <a:pt x="29454" y="26"/>
                  <a:pt x="29338" y="0"/>
                  <a:pt x="2922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7"/>
          <p:cNvSpPr/>
          <p:nvPr/>
        </p:nvSpPr>
        <p:spPr>
          <a:xfrm flipH="1">
            <a:off x="6626455" y="2330832"/>
            <a:ext cx="1472884" cy="779959"/>
          </a:xfrm>
          <a:custGeom>
            <a:rect b="b" l="l" r="r" t="t"/>
            <a:pathLst>
              <a:path extrusionOk="0" h="17439" w="32932">
                <a:moveTo>
                  <a:pt x="766" y="14678"/>
                </a:moveTo>
                <a:lnTo>
                  <a:pt x="148" y="15034"/>
                </a:lnTo>
                <a:cubicBezTo>
                  <a:pt x="76" y="15075"/>
                  <a:pt x="32" y="15130"/>
                  <a:pt x="18" y="15181"/>
                </a:cubicBezTo>
                <a:cubicBezTo>
                  <a:pt x="1" y="15246"/>
                  <a:pt x="25" y="15310"/>
                  <a:pt x="82" y="15365"/>
                </a:cubicBezTo>
                <a:cubicBezTo>
                  <a:pt x="99" y="15378"/>
                  <a:pt x="123" y="15395"/>
                  <a:pt x="148" y="15409"/>
                </a:cubicBezTo>
                <a:lnTo>
                  <a:pt x="1347" y="16102"/>
                </a:lnTo>
                <a:cubicBezTo>
                  <a:pt x="1058" y="15925"/>
                  <a:pt x="813" y="15517"/>
                  <a:pt x="793" y="15184"/>
                </a:cubicBezTo>
                <a:lnTo>
                  <a:pt x="766" y="14678"/>
                </a:lnTo>
                <a:close/>
                <a:moveTo>
                  <a:pt x="31904" y="0"/>
                </a:moveTo>
                <a:cubicBezTo>
                  <a:pt x="31813" y="171"/>
                  <a:pt x="31680" y="320"/>
                  <a:pt x="31531" y="405"/>
                </a:cubicBezTo>
                <a:lnTo>
                  <a:pt x="3384" y="16656"/>
                </a:lnTo>
                <a:cubicBezTo>
                  <a:pt x="3380" y="16656"/>
                  <a:pt x="3380" y="16660"/>
                  <a:pt x="3380" y="16660"/>
                </a:cubicBezTo>
                <a:lnTo>
                  <a:pt x="3377" y="16660"/>
                </a:lnTo>
                <a:cubicBezTo>
                  <a:pt x="3231" y="16744"/>
                  <a:pt x="3037" y="16785"/>
                  <a:pt x="2847" y="16785"/>
                </a:cubicBezTo>
                <a:cubicBezTo>
                  <a:pt x="2660" y="16785"/>
                  <a:pt x="2473" y="16744"/>
                  <a:pt x="2326" y="16666"/>
                </a:cubicBezTo>
                <a:lnTo>
                  <a:pt x="2326" y="16666"/>
                </a:lnTo>
                <a:lnTo>
                  <a:pt x="3534" y="17364"/>
                </a:lnTo>
                <a:cubicBezTo>
                  <a:pt x="3557" y="17377"/>
                  <a:pt x="3588" y="17391"/>
                  <a:pt x="3619" y="17400"/>
                </a:cubicBezTo>
                <a:cubicBezTo>
                  <a:pt x="3625" y="17405"/>
                  <a:pt x="3632" y="17408"/>
                  <a:pt x="3639" y="17408"/>
                </a:cubicBezTo>
                <a:cubicBezTo>
                  <a:pt x="3707" y="17428"/>
                  <a:pt x="3782" y="17438"/>
                  <a:pt x="3853" y="17438"/>
                </a:cubicBezTo>
                <a:cubicBezTo>
                  <a:pt x="3972" y="17438"/>
                  <a:pt x="4088" y="17414"/>
                  <a:pt x="4176" y="17364"/>
                </a:cubicBezTo>
                <a:lnTo>
                  <a:pt x="32755" y="864"/>
                </a:lnTo>
                <a:cubicBezTo>
                  <a:pt x="32932" y="762"/>
                  <a:pt x="32932" y="596"/>
                  <a:pt x="32755" y="490"/>
                </a:cubicBezTo>
                <a:lnTo>
                  <a:pt x="3190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7"/>
          <p:cNvSpPr/>
          <p:nvPr/>
        </p:nvSpPr>
        <p:spPr>
          <a:xfrm flipH="1">
            <a:off x="7927013" y="3159413"/>
            <a:ext cx="14312" cy="3533"/>
          </a:xfrm>
          <a:custGeom>
            <a:rect b="b" l="l" r="r" t="t"/>
            <a:pathLst>
              <a:path extrusionOk="0" h="79" w="320">
                <a:moveTo>
                  <a:pt x="1" y="1"/>
                </a:moveTo>
                <a:lnTo>
                  <a:pt x="1" y="1"/>
                </a:lnTo>
                <a:cubicBezTo>
                  <a:pt x="86" y="51"/>
                  <a:pt x="205" y="78"/>
                  <a:pt x="320" y="78"/>
                </a:cubicBezTo>
                <a:cubicBezTo>
                  <a:pt x="205" y="78"/>
                  <a:pt x="89" y="51"/>
                  <a:pt x="1" y="1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7"/>
          <p:cNvSpPr/>
          <p:nvPr/>
        </p:nvSpPr>
        <p:spPr>
          <a:xfrm flipH="1">
            <a:off x="7927013" y="3005379"/>
            <a:ext cx="180197" cy="157566"/>
          </a:xfrm>
          <a:custGeom>
            <a:rect b="b" l="l" r="r" t="t"/>
            <a:pathLst>
              <a:path extrusionOk="0" h="3523" w="4029">
                <a:moveTo>
                  <a:pt x="258" y="0"/>
                </a:moveTo>
                <a:cubicBezTo>
                  <a:pt x="109" y="119"/>
                  <a:pt x="1" y="333"/>
                  <a:pt x="1" y="514"/>
                </a:cubicBezTo>
                <a:lnTo>
                  <a:pt x="1" y="931"/>
                </a:lnTo>
                <a:cubicBezTo>
                  <a:pt x="1" y="1122"/>
                  <a:pt x="126" y="1350"/>
                  <a:pt x="286" y="1466"/>
                </a:cubicBezTo>
                <a:cubicBezTo>
                  <a:pt x="296" y="1476"/>
                  <a:pt x="310" y="1482"/>
                  <a:pt x="324" y="1489"/>
                </a:cubicBezTo>
                <a:lnTo>
                  <a:pt x="3710" y="3445"/>
                </a:lnTo>
                <a:cubicBezTo>
                  <a:pt x="3798" y="3495"/>
                  <a:pt x="3914" y="3522"/>
                  <a:pt x="4029" y="3522"/>
                </a:cubicBezTo>
                <a:lnTo>
                  <a:pt x="4029" y="2359"/>
                </a:lnTo>
                <a:cubicBezTo>
                  <a:pt x="3958" y="2359"/>
                  <a:pt x="3883" y="2346"/>
                  <a:pt x="3815" y="2326"/>
                </a:cubicBezTo>
                <a:cubicBezTo>
                  <a:pt x="3808" y="2326"/>
                  <a:pt x="3801" y="2323"/>
                  <a:pt x="3795" y="2318"/>
                </a:cubicBezTo>
                <a:cubicBezTo>
                  <a:pt x="3764" y="2309"/>
                  <a:pt x="3737" y="2295"/>
                  <a:pt x="3710" y="2282"/>
                </a:cubicBezTo>
                <a:lnTo>
                  <a:pt x="2489" y="1578"/>
                </a:lnTo>
                <a:cubicBezTo>
                  <a:pt x="2489" y="1578"/>
                  <a:pt x="2486" y="1578"/>
                  <a:pt x="2486" y="1574"/>
                </a:cubicBezTo>
                <a:lnTo>
                  <a:pt x="1543" y="1030"/>
                </a:lnTo>
                <a:lnTo>
                  <a:pt x="1540" y="1030"/>
                </a:lnTo>
                <a:lnTo>
                  <a:pt x="324" y="327"/>
                </a:lnTo>
                <a:cubicBezTo>
                  <a:pt x="299" y="313"/>
                  <a:pt x="279" y="296"/>
                  <a:pt x="258" y="283"/>
                </a:cubicBezTo>
                <a:cubicBezTo>
                  <a:pt x="201" y="228"/>
                  <a:pt x="177" y="164"/>
                  <a:pt x="194" y="99"/>
                </a:cubicBezTo>
                <a:cubicBezTo>
                  <a:pt x="205" y="65"/>
                  <a:pt x="225" y="31"/>
                  <a:pt x="25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7"/>
          <p:cNvSpPr/>
          <p:nvPr/>
        </p:nvSpPr>
        <p:spPr>
          <a:xfrm flipH="1">
            <a:off x="7936539" y="3009807"/>
            <a:ext cx="162799" cy="99603"/>
          </a:xfrm>
          <a:custGeom>
            <a:rect b="b" l="l" r="r" t="t"/>
            <a:pathLst>
              <a:path extrusionOk="0" h="2227" w="3640">
                <a:moveTo>
                  <a:pt x="3619" y="2219"/>
                </a:moveTo>
                <a:cubicBezTo>
                  <a:pt x="3625" y="2224"/>
                  <a:pt x="3632" y="2227"/>
                  <a:pt x="3639" y="2227"/>
                </a:cubicBezTo>
                <a:cubicBezTo>
                  <a:pt x="3632" y="2227"/>
                  <a:pt x="3625" y="2224"/>
                  <a:pt x="3619" y="2219"/>
                </a:cubicBezTo>
                <a:close/>
                <a:moveTo>
                  <a:pt x="18" y="0"/>
                </a:moveTo>
                <a:cubicBezTo>
                  <a:pt x="1" y="65"/>
                  <a:pt x="25" y="129"/>
                  <a:pt x="82" y="184"/>
                </a:cubicBezTo>
                <a:cubicBezTo>
                  <a:pt x="25" y="129"/>
                  <a:pt x="1" y="65"/>
                  <a:pt x="18" y="0"/>
                </a:cubicBezTo>
                <a:close/>
              </a:path>
            </a:pathLst>
          </a:custGeom>
          <a:solidFill>
            <a:srgbClr val="70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7"/>
          <p:cNvSpPr/>
          <p:nvPr/>
        </p:nvSpPr>
        <p:spPr>
          <a:xfrm flipH="1">
            <a:off x="6665813" y="729935"/>
            <a:ext cx="1485809" cy="2351685"/>
          </a:xfrm>
          <a:custGeom>
            <a:rect b="b" l="l" r="r" t="t"/>
            <a:pathLst>
              <a:path extrusionOk="0" h="52581" w="33221">
                <a:moveTo>
                  <a:pt x="29207" y="1"/>
                </a:moveTo>
                <a:cubicBezTo>
                  <a:pt x="29013" y="1"/>
                  <a:pt x="28819" y="44"/>
                  <a:pt x="28671" y="131"/>
                </a:cubicBezTo>
                <a:lnTo>
                  <a:pt x="521" y="16382"/>
                </a:lnTo>
                <a:cubicBezTo>
                  <a:pt x="225" y="16552"/>
                  <a:pt x="1" y="16970"/>
                  <a:pt x="21" y="17310"/>
                </a:cubicBezTo>
                <a:lnTo>
                  <a:pt x="1962" y="50978"/>
                </a:lnTo>
                <a:cubicBezTo>
                  <a:pt x="1982" y="51322"/>
                  <a:pt x="2241" y="51736"/>
                  <a:pt x="2536" y="51906"/>
                </a:cubicBezTo>
                <a:lnTo>
                  <a:pt x="3479" y="52450"/>
                </a:lnTo>
                <a:cubicBezTo>
                  <a:pt x="3627" y="52537"/>
                  <a:pt x="3820" y="52580"/>
                  <a:pt x="4015" y="52580"/>
                </a:cubicBezTo>
                <a:cubicBezTo>
                  <a:pt x="4209" y="52580"/>
                  <a:pt x="4403" y="52537"/>
                  <a:pt x="4553" y="52450"/>
                </a:cubicBezTo>
                <a:lnTo>
                  <a:pt x="32700" y="36199"/>
                </a:lnTo>
                <a:cubicBezTo>
                  <a:pt x="32996" y="36029"/>
                  <a:pt x="33220" y="35611"/>
                  <a:pt x="33203" y="35271"/>
                </a:cubicBezTo>
                <a:lnTo>
                  <a:pt x="31258" y="1603"/>
                </a:lnTo>
                <a:cubicBezTo>
                  <a:pt x="31238" y="1259"/>
                  <a:pt x="30983" y="845"/>
                  <a:pt x="30687" y="675"/>
                </a:cubicBezTo>
                <a:lnTo>
                  <a:pt x="29742" y="131"/>
                </a:lnTo>
                <a:cubicBezTo>
                  <a:pt x="29594" y="44"/>
                  <a:pt x="29400" y="1"/>
                  <a:pt x="29207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7"/>
          <p:cNvSpPr/>
          <p:nvPr/>
        </p:nvSpPr>
        <p:spPr>
          <a:xfrm flipH="1">
            <a:off x="6754189" y="730024"/>
            <a:ext cx="1390769" cy="802724"/>
          </a:xfrm>
          <a:custGeom>
            <a:rect b="b" l="l" r="r" t="t"/>
            <a:pathLst>
              <a:path extrusionOk="0" h="17948" w="31096">
                <a:moveTo>
                  <a:pt x="29060" y="1"/>
                </a:moveTo>
                <a:cubicBezTo>
                  <a:pt x="28866" y="1"/>
                  <a:pt x="28671" y="43"/>
                  <a:pt x="28522" y="129"/>
                </a:cubicBezTo>
                <a:lnTo>
                  <a:pt x="372" y="16380"/>
                </a:lnTo>
                <a:cubicBezTo>
                  <a:pt x="225" y="16468"/>
                  <a:pt x="93" y="16614"/>
                  <a:pt x="1" y="16785"/>
                </a:cubicBezTo>
                <a:lnTo>
                  <a:pt x="2017" y="17947"/>
                </a:lnTo>
                <a:cubicBezTo>
                  <a:pt x="2106" y="17780"/>
                  <a:pt x="2238" y="17631"/>
                  <a:pt x="2387" y="17543"/>
                </a:cubicBezTo>
                <a:lnTo>
                  <a:pt x="30535" y="1291"/>
                </a:lnTo>
                <a:cubicBezTo>
                  <a:pt x="30622" y="1242"/>
                  <a:pt x="30706" y="1219"/>
                  <a:pt x="30781" y="1219"/>
                </a:cubicBezTo>
                <a:cubicBezTo>
                  <a:pt x="30938" y="1219"/>
                  <a:pt x="31057" y="1322"/>
                  <a:pt x="31096" y="1509"/>
                </a:cubicBezTo>
                <a:cubicBezTo>
                  <a:pt x="31045" y="1189"/>
                  <a:pt x="30810" y="833"/>
                  <a:pt x="30542" y="673"/>
                </a:cubicBezTo>
                <a:lnTo>
                  <a:pt x="29593" y="125"/>
                </a:lnTo>
                <a:cubicBezTo>
                  <a:pt x="29446" y="42"/>
                  <a:pt x="29253" y="1"/>
                  <a:pt x="29060" y="1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7"/>
          <p:cNvSpPr/>
          <p:nvPr/>
        </p:nvSpPr>
        <p:spPr>
          <a:xfrm flipH="1">
            <a:off x="6665813" y="784500"/>
            <a:ext cx="1395644" cy="2294616"/>
          </a:xfrm>
          <a:custGeom>
            <a:rect b="b" l="l" r="r" t="t"/>
            <a:pathLst>
              <a:path extrusionOk="0" h="51305" w="31205">
                <a:moveTo>
                  <a:pt x="28915" y="0"/>
                </a:moveTo>
                <a:cubicBezTo>
                  <a:pt x="28840" y="0"/>
                  <a:pt x="28757" y="24"/>
                  <a:pt x="28671" y="73"/>
                </a:cubicBezTo>
                <a:lnTo>
                  <a:pt x="520" y="16325"/>
                </a:lnTo>
                <a:cubicBezTo>
                  <a:pt x="225" y="16494"/>
                  <a:pt x="1" y="16913"/>
                  <a:pt x="21" y="17252"/>
                </a:cubicBezTo>
                <a:lnTo>
                  <a:pt x="1962" y="50921"/>
                </a:lnTo>
                <a:cubicBezTo>
                  <a:pt x="1977" y="51164"/>
                  <a:pt x="2109" y="51305"/>
                  <a:pt x="2291" y="51305"/>
                </a:cubicBezTo>
                <a:cubicBezTo>
                  <a:pt x="2366" y="51305"/>
                  <a:pt x="2449" y="51281"/>
                  <a:pt x="2537" y="51230"/>
                </a:cubicBezTo>
                <a:lnTo>
                  <a:pt x="30684" y="34979"/>
                </a:lnTo>
                <a:cubicBezTo>
                  <a:pt x="30980" y="34809"/>
                  <a:pt x="31204" y="34391"/>
                  <a:pt x="31187" y="34051"/>
                </a:cubicBezTo>
                <a:lnTo>
                  <a:pt x="29242" y="383"/>
                </a:lnTo>
                <a:cubicBezTo>
                  <a:pt x="29228" y="139"/>
                  <a:pt x="29096" y="0"/>
                  <a:pt x="28915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7"/>
          <p:cNvSpPr/>
          <p:nvPr/>
        </p:nvSpPr>
        <p:spPr>
          <a:xfrm flipH="1">
            <a:off x="7115791" y="881375"/>
            <a:ext cx="721056" cy="513667"/>
          </a:xfrm>
          <a:custGeom>
            <a:rect b="b" l="l" r="r" t="t"/>
            <a:pathLst>
              <a:path extrusionOk="0" h="11485" w="16122">
                <a:moveTo>
                  <a:pt x="12092" y="0"/>
                </a:moveTo>
                <a:cubicBezTo>
                  <a:pt x="12010" y="0"/>
                  <a:pt x="11928" y="19"/>
                  <a:pt x="11866" y="56"/>
                </a:cubicBezTo>
                <a:lnTo>
                  <a:pt x="224" y="6774"/>
                </a:lnTo>
                <a:cubicBezTo>
                  <a:pt x="102" y="6849"/>
                  <a:pt x="0" y="7022"/>
                  <a:pt x="0" y="7165"/>
                </a:cubicBezTo>
                <a:lnTo>
                  <a:pt x="3" y="9232"/>
                </a:lnTo>
                <a:lnTo>
                  <a:pt x="1006" y="8651"/>
                </a:lnTo>
                <a:lnTo>
                  <a:pt x="3022" y="9814"/>
                </a:lnTo>
                <a:lnTo>
                  <a:pt x="3022" y="10718"/>
                </a:lnTo>
                <a:cubicBezTo>
                  <a:pt x="3022" y="10861"/>
                  <a:pt x="3124" y="11038"/>
                  <a:pt x="3250" y="11109"/>
                </a:cubicBezTo>
                <a:lnTo>
                  <a:pt x="3805" y="11428"/>
                </a:lnTo>
                <a:cubicBezTo>
                  <a:pt x="3868" y="11466"/>
                  <a:pt x="3949" y="11485"/>
                  <a:pt x="4031" y="11485"/>
                </a:cubicBezTo>
                <a:cubicBezTo>
                  <a:pt x="4112" y="11485"/>
                  <a:pt x="4194" y="11466"/>
                  <a:pt x="4257" y="11428"/>
                </a:cubicBezTo>
                <a:lnTo>
                  <a:pt x="15897" y="4711"/>
                </a:lnTo>
                <a:cubicBezTo>
                  <a:pt x="16024" y="4636"/>
                  <a:pt x="16122" y="4462"/>
                  <a:pt x="16122" y="4319"/>
                </a:cubicBezTo>
                <a:lnTo>
                  <a:pt x="16122" y="2511"/>
                </a:lnTo>
                <a:cubicBezTo>
                  <a:pt x="16122" y="2368"/>
                  <a:pt x="16020" y="2194"/>
                  <a:pt x="15897" y="2120"/>
                </a:cubicBezTo>
                <a:lnTo>
                  <a:pt x="12318" y="56"/>
                </a:lnTo>
                <a:cubicBezTo>
                  <a:pt x="12255" y="19"/>
                  <a:pt x="12173" y="0"/>
                  <a:pt x="1209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7"/>
          <p:cNvSpPr/>
          <p:nvPr/>
        </p:nvSpPr>
        <p:spPr>
          <a:xfrm flipH="1">
            <a:off x="7115791" y="977534"/>
            <a:ext cx="540725" cy="417463"/>
          </a:xfrm>
          <a:custGeom>
            <a:rect b="b" l="l" r="r" t="t"/>
            <a:pathLst>
              <a:path extrusionOk="0" h="9334" w="12090">
                <a:moveTo>
                  <a:pt x="11903" y="0"/>
                </a:moveTo>
                <a:cubicBezTo>
                  <a:pt x="11988" y="68"/>
                  <a:pt x="11975" y="170"/>
                  <a:pt x="11865" y="231"/>
                </a:cubicBezTo>
                <a:lnTo>
                  <a:pt x="225" y="6953"/>
                </a:lnTo>
                <a:cubicBezTo>
                  <a:pt x="164" y="6987"/>
                  <a:pt x="82" y="7008"/>
                  <a:pt x="1" y="7008"/>
                </a:cubicBezTo>
                <a:lnTo>
                  <a:pt x="1" y="9333"/>
                </a:lnTo>
                <a:cubicBezTo>
                  <a:pt x="82" y="9333"/>
                  <a:pt x="160" y="9316"/>
                  <a:pt x="225" y="9282"/>
                </a:cubicBezTo>
                <a:lnTo>
                  <a:pt x="11865" y="2557"/>
                </a:lnTo>
                <a:cubicBezTo>
                  <a:pt x="11988" y="2486"/>
                  <a:pt x="12090" y="2312"/>
                  <a:pt x="12090" y="2169"/>
                </a:cubicBezTo>
                <a:lnTo>
                  <a:pt x="12090" y="361"/>
                </a:lnTo>
                <a:cubicBezTo>
                  <a:pt x="12090" y="235"/>
                  <a:pt x="12012" y="82"/>
                  <a:pt x="119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7"/>
          <p:cNvSpPr/>
          <p:nvPr/>
        </p:nvSpPr>
        <p:spPr>
          <a:xfrm flipH="1">
            <a:off x="7120353" y="881375"/>
            <a:ext cx="711933" cy="409547"/>
          </a:xfrm>
          <a:custGeom>
            <a:rect b="b" l="l" r="r" t="t"/>
            <a:pathLst>
              <a:path extrusionOk="0" h="9157" w="15918">
                <a:moveTo>
                  <a:pt x="11990" y="0"/>
                </a:moveTo>
                <a:cubicBezTo>
                  <a:pt x="11908" y="0"/>
                  <a:pt x="11826" y="19"/>
                  <a:pt x="11764" y="56"/>
                </a:cubicBezTo>
                <a:lnTo>
                  <a:pt x="122" y="6774"/>
                </a:lnTo>
                <a:cubicBezTo>
                  <a:pt x="0" y="6849"/>
                  <a:pt x="0" y="6964"/>
                  <a:pt x="122" y="7036"/>
                </a:cubicBezTo>
                <a:lnTo>
                  <a:pt x="3703" y="9103"/>
                </a:lnTo>
                <a:cubicBezTo>
                  <a:pt x="3766" y="9138"/>
                  <a:pt x="3847" y="9156"/>
                  <a:pt x="3929" y="9156"/>
                </a:cubicBezTo>
                <a:cubicBezTo>
                  <a:pt x="4010" y="9156"/>
                  <a:pt x="4092" y="9138"/>
                  <a:pt x="4155" y="9103"/>
                </a:cubicBezTo>
                <a:lnTo>
                  <a:pt x="15795" y="2381"/>
                </a:lnTo>
                <a:cubicBezTo>
                  <a:pt x="15918" y="2310"/>
                  <a:pt x="15918" y="2194"/>
                  <a:pt x="15795" y="2120"/>
                </a:cubicBezTo>
                <a:lnTo>
                  <a:pt x="12216" y="56"/>
                </a:lnTo>
                <a:cubicBezTo>
                  <a:pt x="12153" y="19"/>
                  <a:pt x="12071" y="0"/>
                  <a:pt x="1199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 flipH="1">
            <a:off x="7557495" y="1530652"/>
            <a:ext cx="355877" cy="436784"/>
          </a:xfrm>
          <a:custGeom>
            <a:rect b="b" l="l" r="r" t="t"/>
            <a:pathLst>
              <a:path extrusionOk="0" h="9766" w="7957">
                <a:moveTo>
                  <a:pt x="5495" y="1"/>
                </a:moveTo>
                <a:cubicBezTo>
                  <a:pt x="4955" y="1"/>
                  <a:pt x="4354" y="172"/>
                  <a:pt x="3727" y="532"/>
                </a:cubicBezTo>
                <a:cubicBezTo>
                  <a:pt x="1609" y="1756"/>
                  <a:pt x="1" y="4697"/>
                  <a:pt x="140" y="7097"/>
                </a:cubicBezTo>
                <a:cubicBezTo>
                  <a:pt x="239" y="8791"/>
                  <a:pt x="1176" y="9765"/>
                  <a:pt x="2463" y="9765"/>
                </a:cubicBezTo>
                <a:cubicBezTo>
                  <a:pt x="3003" y="9765"/>
                  <a:pt x="3604" y="9594"/>
                  <a:pt x="4231" y="9232"/>
                </a:cubicBezTo>
                <a:cubicBezTo>
                  <a:pt x="6348" y="8008"/>
                  <a:pt x="7956" y="5068"/>
                  <a:pt x="7817" y="2667"/>
                </a:cubicBezTo>
                <a:cubicBezTo>
                  <a:pt x="7719" y="973"/>
                  <a:pt x="6782" y="1"/>
                  <a:pt x="549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/>
          <p:nvPr/>
        </p:nvSpPr>
        <p:spPr>
          <a:xfrm flipH="1">
            <a:off x="7625432" y="1530697"/>
            <a:ext cx="121249" cy="218437"/>
          </a:xfrm>
          <a:custGeom>
            <a:rect b="b" l="l" r="r" t="t"/>
            <a:pathLst>
              <a:path extrusionOk="0" h="4884" w="2711">
                <a:moveTo>
                  <a:pt x="1768" y="0"/>
                </a:moveTo>
                <a:cubicBezTo>
                  <a:pt x="1227" y="0"/>
                  <a:pt x="626" y="171"/>
                  <a:pt x="0" y="535"/>
                </a:cubicBezTo>
                <a:lnTo>
                  <a:pt x="252" y="4883"/>
                </a:lnTo>
                <a:lnTo>
                  <a:pt x="2710" y="204"/>
                </a:lnTo>
                <a:cubicBezTo>
                  <a:pt x="2428" y="69"/>
                  <a:pt x="2108" y="0"/>
                  <a:pt x="1768" y="0"/>
                </a:cubicBez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7"/>
          <p:cNvSpPr/>
          <p:nvPr/>
        </p:nvSpPr>
        <p:spPr>
          <a:xfrm flipH="1">
            <a:off x="7561342" y="1561736"/>
            <a:ext cx="34662" cy="222328"/>
          </a:xfrm>
          <a:custGeom>
            <a:rect b="b" l="l" r="r" t="t"/>
            <a:pathLst>
              <a:path extrusionOk="0" h="4971" w="775">
                <a:moveTo>
                  <a:pt x="0" y="0"/>
                </a:moveTo>
                <a:lnTo>
                  <a:pt x="0" y="0"/>
                </a:lnTo>
                <a:cubicBezTo>
                  <a:pt x="412" y="456"/>
                  <a:pt x="674" y="1122"/>
                  <a:pt x="721" y="1972"/>
                </a:cubicBezTo>
                <a:cubicBezTo>
                  <a:pt x="674" y="1122"/>
                  <a:pt x="412" y="453"/>
                  <a:pt x="0" y="0"/>
                </a:cubicBezTo>
                <a:close/>
                <a:moveTo>
                  <a:pt x="721" y="1976"/>
                </a:moveTo>
                <a:cubicBezTo>
                  <a:pt x="775" y="2937"/>
                  <a:pt x="551" y="3983"/>
                  <a:pt x="129" y="4971"/>
                </a:cubicBezTo>
                <a:cubicBezTo>
                  <a:pt x="554" y="3983"/>
                  <a:pt x="775" y="2937"/>
                  <a:pt x="721" y="1976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7"/>
          <p:cNvSpPr/>
          <p:nvPr/>
        </p:nvSpPr>
        <p:spPr>
          <a:xfrm flipH="1">
            <a:off x="7561297" y="1539821"/>
            <a:ext cx="174159" cy="244243"/>
          </a:xfrm>
          <a:custGeom>
            <a:rect b="b" l="l" r="r" t="t"/>
            <a:pathLst>
              <a:path extrusionOk="0" h="5461" w="3894">
                <a:moveTo>
                  <a:pt x="2459" y="0"/>
                </a:moveTo>
                <a:lnTo>
                  <a:pt x="1" y="4679"/>
                </a:lnTo>
                <a:lnTo>
                  <a:pt x="3247" y="5461"/>
                </a:lnTo>
                <a:cubicBezTo>
                  <a:pt x="3669" y="4472"/>
                  <a:pt x="3894" y="3424"/>
                  <a:pt x="3839" y="2462"/>
                </a:cubicBezTo>
                <a:cubicBezTo>
                  <a:pt x="3792" y="1612"/>
                  <a:pt x="3530" y="946"/>
                  <a:pt x="3118" y="490"/>
                </a:cubicBezTo>
                <a:cubicBezTo>
                  <a:pt x="2932" y="280"/>
                  <a:pt x="2707" y="116"/>
                  <a:pt x="245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7"/>
          <p:cNvSpPr/>
          <p:nvPr/>
        </p:nvSpPr>
        <p:spPr>
          <a:xfrm flipH="1">
            <a:off x="6865197" y="1157598"/>
            <a:ext cx="613538" cy="390628"/>
          </a:xfrm>
          <a:custGeom>
            <a:rect b="b" l="l" r="r" t="t"/>
            <a:pathLst>
              <a:path extrusionOk="0" h="8734" w="13718">
                <a:moveTo>
                  <a:pt x="13487" y="0"/>
                </a:moveTo>
                <a:cubicBezTo>
                  <a:pt x="13442" y="0"/>
                  <a:pt x="13392" y="15"/>
                  <a:pt x="13341" y="44"/>
                </a:cubicBezTo>
                <a:lnTo>
                  <a:pt x="313" y="7564"/>
                </a:lnTo>
                <a:cubicBezTo>
                  <a:pt x="135" y="7666"/>
                  <a:pt x="0" y="7914"/>
                  <a:pt x="13" y="8122"/>
                </a:cubicBezTo>
                <a:lnTo>
                  <a:pt x="33" y="8502"/>
                </a:lnTo>
                <a:cubicBezTo>
                  <a:pt x="41" y="8649"/>
                  <a:pt x="120" y="8733"/>
                  <a:pt x="229" y="8733"/>
                </a:cubicBezTo>
                <a:cubicBezTo>
                  <a:pt x="274" y="8733"/>
                  <a:pt x="324" y="8719"/>
                  <a:pt x="377" y="8689"/>
                </a:cubicBezTo>
                <a:cubicBezTo>
                  <a:pt x="2233" y="7619"/>
                  <a:pt x="11546" y="2243"/>
                  <a:pt x="13402" y="1169"/>
                </a:cubicBezTo>
                <a:cubicBezTo>
                  <a:pt x="13582" y="1067"/>
                  <a:pt x="13718" y="819"/>
                  <a:pt x="13704" y="611"/>
                </a:cubicBezTo>
                <a:lnTo>
                  <a:pt x="13684" y="231"/>
                </a:lnTo>
                <a:cubicBezTo>
                  <a:pt x="13677" y="84"/>
                  <a:pt x="13596" y="0"/>
                  <a:pt x="134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7"/>
          <p:cNvSpPr/>
          <p:nvPr/>
        </p:nvSpPr>
        <p:spPr>
          <a:xfrm flipH="1">
            <a:off x="7430074" y="1610889"/>
            <a:ext cx="41728" cy="64717"/>
          </a:xfrm>
          <a:custGeom>
            <a:rect b="b" l="l" r="r" t="t"/>
            <a:pathLst>
              <a:path extrusionOk="0" h="1447" w="933">
                <a:moveTo>
                  <a:pt x="758" y="1"/>
                </a:moveTo>
                <a:cubicBezTo>
                  <a:pt x="729" y="1"/>
                  <a:pt x="695" y="10"/>
                  <a:pt x="661" y="30"/>
                </a:cubicBezTo>
                <a:lnTo>
                  <a:pt x="208" y="292"/>
                </a:lnTo>
                <a:cubicBezTo>
                  <a:pt x="90" y="360"/>
                  <a:pt x="1" y="526"/>
                  <a:pt x="8" y="663"/>
                </a:cubicBezTo>
                <a:lnTo>
                  <a:pt x="42" y="1295"/>
                </a:lnTo>
                <a:cubicBezTo>
                  <a:pt x="47" y="1391"/>
                  <a:pt x="100" y="1446"/>
                  <a:pt x="172" y="1446"/>
                </a:cubicBezTo>
                <a:cubicBezTo>
                  <a:pt x="202" y="1446"/>
                  <a:pt x="235" y="1437"/>
                  <a:pt x="269" y="1417"/>
                </a:cubicBezTo>
                <a:lnTo>
                  <a:pt x="725" y="1156"/>
                </a:lnTo>
                <a:cubicBezTo>
                  <a:pt x="845" y="1088"/>
                  <a:pt x="933" y="921"/>
                  <a:pt x="926" y="785"/>
                </a:cubicBezTo>
                <a:lnTo>
                  <a:pt x="889" y="156"/>
                </a:lnTo>
                <a:cubicBezTo>
                  <a:pt x="883" y="57"/>
                  <a:pt x="831" y="1"/>
                  <a:pt x="75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7"/>
          <p:cNvSpPr/>
          <p:nvPr/>
        </p:nvSpPr>
        <p:spPr>
          <a:xfrm flipH="1">
            <a:off x="6858175" y="1282874"/>
            <a:ext cx="527844" cy="341162"/>
          </a:xfrm>
          <a:custGeom>
            <a:rect b="b" l="l" r="r" t="t"/>
            <a:pathLst>
              <a:path extrusionOk="0" h="7628" w="11802">
                <a:moveTo>
                  <a:pt x="11569" y="1"/>
                </a:moveTo>
                <a:cubicBezTo>
                  <a:pt x="11525" y="1"/>
                  <a:pt x="11475" y="15"/>
                  <a:pt x="11424" y="44"/>
                </a:cubicBezTo>
                <a:lnTo>
                  <a:pt x="314" y="6456"/>
                </a:lnTo>
                <a:cubicBezTo>
                  <a:pt x="137" y="6558"/>
                  <a:pt x="0" y="6810"/>
                  <a:pt x="11" y="7014"/>
                </a:cubicBezTo>
                <a:lnTo>
                  <a:pt x="31" y="7398"/>
                </a:lnTo>
                <a:cubicBezTo>
                  <a:pt x="41" y="7542"/>
                  <a:pt x="120" y="7627"/>
                  <a:pt x="228" y="7627"/>
                </a:cubicBezTo>
                <a:cubicBezTo>
                  <a:pt x="273" y="7627"/>
                  <a:pt x="323" y="7612"/>
                  <a:pt x="375" y="7581"/>
                </a:cubicBezTo>
                <a:lnTo>
                  <a:pt x="11488" y="1170"/>
                </a:lnTo>
                <a:cubicBezTo>
                  <a:pt x="11665" y="1068"/>
                  <a:pt x="11801" y="820"/>
                  <a:pt x="11788" y="612"/>
                </a:cubicBezTo>
                <a:lnTo>
                  <a:pt x="11767" y="231"/>
                </a:lnTo>
                <a:cubicBezTo>
                  <a:pt x="11757" y="84"/>
                  <a:pt x="11678" y="1"/>
                  <a:pt x="115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7"/>
          <p:cNvSpPr/>
          <p:nvPr/>
        </p:nvSpPr>
        <p:spPr>
          <a:xfrm flipH="1">
            <a:off x="7424438" y="1737283"/>
            <a:ext cx="41728" cy="64672"/>
          </a:xfrm>
          <a:custGeom>
            <a:rect b="b" l="l" r="r" t="t"/>
            <a:pathLst>
              <a:path extrusionOk="0" h="1446" w="933">
                <a:moveTo>
                  <a:pt x="758" y="0"/>
                </a:moveTo>
                <a:cubicBezTo>
                  <a:pt x="728" y="0"/>
                  <a:pt x="695" y="10"/>
                  <a:pt x="661" y="29"/>
                </a:cubicBezTo>
                <a:lnTo>
                  <a:pt x="209" y="291"/>
                </a:lnTo>
                <a:cubicBezTo>
                  <a:pt x="89" y="359"/>
                  <a:pt x="1" y="526"/>
                  <a:pt x="8" y="662"/>
                </a:cubicBezTo>
                <a:lnTo>
                  <a:pt x="41" y="1294"/>
                </a:lnTo>
                <a:cubicBezTo>
                  <a:pt x="47" y="1390"/>
                  <a:pt x="101" y="1446"/>
                  <a:pt x="173" y="1446"/>
                </a:cubicBezTo>
                <a:cubicBezTo>
                  <a:pt x="203" y="1446"/>
                  <a:pt x="236" y="1436"/>
                  <a:pt x="270" y="1416"/>
                </a:cubicBezTo>
                <a:lnTo>
                  <a:pt x="722" y="1158"/>
                </a:lnTo>
                <a:cubicBezTo>
                  <a:pt x="841" y="1087"/>
                  <a:pt x="932" y="920"/>
                  <a:pt x="923" y="784"/>
                </a:cubicBezTo>
                <a:lnTo>
                  <a:pt x="888" y="155"/>
                </a:lnTo>
                <a:cubicBezTo>
                  <a:pt x="884" y="56"/>
                  <a:pt x="831" y="0"/>
                  <a:pt x="758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7"/>
          <p:cNvSpPr/>
          <p:nvPr/>
        </p:nvSpPr>
        <p:spPr>
          <a:xfrm flipH="1">
            <a:off x="7424886" y="1737372"/>
            <a:ext cx="40968" cy="64672"/>
          </a:xfrm>
          <a:custGeom>
            <a:rect b="b" l="l" r="r" t="t"/>
            <a:pathLst>
              <a:path extrusionOk="0" h="1446" w="916">
                <a:moveTo>
                  <a:pt x="752" y="0"/>
                </a:moveTo>
                <a:cubicBezTo>
                  <a:pt x="721" y="0"/>
                  <a:pt x="687" y="7"/>
                  <a:pt x="654" y="27"/>
                </a:cubicBezTo>
                <a:lnTo>
                  <a:pt x="202" y="289"/>
                </a:lnTo>
                <a:cubicBezTo>
                  <a:pt x="89" y="354"/>
                  <a:pt x="1" y="510"/>
                  <a:pt x="1" y="646"/>
                </a:cubicBezTo>
                <a:lnTo>
                  <a:pt x="1" y="660"/>
                </a:lnTo>
                <a:lnTo>
                  <a:pt x="34" y="1292"/>
                </a:lnTo>
                <a:cubicBezTo>
                  <a:pt x="42" y="1387"/>
                  <a:pt x="92" y="1445"/>
                  <a:pt x="167" y="1445"/>
                </a:cubicBezTo>
                <a:cubicBezTo>
                  <a:pt x="198" y="1445"/>
                  <a:pt x="229" y="1435"/>
                  <a:pt x="263" y="1414"/>
                </a:cubicBezTo>
                <a:lnTo>
                  <a:pt x="715" y="1156"/>
                </a:lnTo>
                <a:cubicBezTo>
                  <a:pt x="830" y="1088"/>
                  <a:pt x="916" y="932"/>
                  <a:pt x="916" y="799"/>
                </a:cubicBezTo>
                <a:lnTo>
                  <a:pt x="916" y="782"/>
                </a:lnTo>
                <a:lnTo>
                  <a:pt x="881" y="153"/>
                </a:lnTo>
                <a:cubicBezTo>
                  <a:pt x="878" y="55"/>
                  <a:pt x="823" y="0"/>
                  <a:pt x="75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7"/>
          <p:cNvSpPr/>
          <p:nvPr/>
        </p:nvSpPr>
        <p:spPr>
          <a:xfrm flipH="1">
            <a:off x="6852540" y="1409267"/>
            <a:ext cx="528023" cy="341207"/>
          </a:xfrm>
          <a:custGeom>
            <a:rect b="b" l="l" r="r" t="t"/>
            <a:pathLst>
              <a:path extrusionOk="0" h="7629" w="11806">
                <a:moveTo>
                  <a:pt x="11575" y="0"/>
                </a:moveTo>
                <a:cubicBezTo>
                  <a:pt x="11531" y="0"/>
                  <a:pt x="11482" y="14"/>
                  <a:pt x="11431" y="43"/>
                </a:cubicBezTo>
                <a:lnTo>
                  <a:pt x="314" y="6459"/>
                </a:lnTo>
                <a:cubicBezTo>
                  <a:pt x="137" y="6561"/>
                  <a:pt x="1" y="6812"/>
                  <a:pt x="15" y="7016"/>
                </a:cubicBezTo>
                <a:lnTo>
                  <a:pt x="35" y="7401"/>
                </a:lnTo>
                <a:cubicBezTo>
                  <a:pt x="42" y="7545"/>
                  <a:pt x="121" y="7628"/>
                  <a:pt x="230" y="7628"/>
                </a:cubicBezTo>
                <a:cubicBezTo>
                  <a:pt x="276" y="7628"/>
                  <a:pt x="326" y="7614"/>
                  <a:pt x="379" y="7584"/>
                </a:cubicBezTo>
                <a:lnTo>
                  <a:pt x="11493" y="1173"/>
                </a:lnTo>
                <a:cubicBezTo>
                  <a:pt x="11669" y="1067"/>
                  <a:pt x="11805" y="818"/>
                  <a:pt x="11795" y="614"/>
                </a:cubicBezTo>
                <a:lnTo>
                  <a:pt x="11771" y="231"/>
                </a:lnTo>
                <a:cubicBezTo>
                  <a:pt x="11764" y="85"/>
                  <a:pt x="11684" y="0"/>
                  <a:pt x="115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7"/>
          <p:cNvSpPr/>
          <p:nvPr/>
        </p:nvSpPr>
        <p:spPr>
          <a:xfrm flipH="1">
            <a:off x="7418848" y="1864795"/>
            <a:ext cx="41863" cy="64583"/>
          </a:xfrm>
          <a:custGeom>
            <a:rect b="b" l="l" r="r" t="t"/>
            <a:pathLst>
              <a:path extrusionOk="0" h="1444" w="936">
                <a:moveTo>
                  <a:pt x="760" y="0"/>
                </a:moveTo>
                <a:cubicBezTo>
                  <a:pt x="729" y="0"/>
                  <a:pt x="696" y="10"/>
                  <a:pt x="661" y="31"/>
                </a:cubicBezTo>
                <a:lnTo>
                  <a:pt x="209" y="293"/>
                </a:lnTo>
                <a:cubicBezTo>
                  <a:pt x="90" y="360"/>
                  <a:pt x="1" y="527"/>
                  <a:pt x="8" y="663"/>
                </a:cubicBezTo>
                <a:lnTo>
                  <a:pt x="42" y="1292"/>
                </a:lnTo>
                <a:cubicBezTo>
                  <a:pt x="47" y="1389"/>
                  <a:pt x="100" y="1444"/>
                  <a:pt x="172" y="1444"/>
                </a:cubicBezTo>
                <a:cubicBezTo>
                  <a:pt x="202" y="1444"/>
                  <a:pt x="235" y="1434"/>
                  <a:pt x="270" y="1415"/>
                </a:cubicBezTo>
                <a:lnTo>
                  <a:pt x="725" y="1153"/>
                </a:lnTo>
                <a:cubicBezTo>
                  <a:pt x="845" y="1085"/>
                  <a:pt x="936" y="918"/>
                  <a:pt x="926" y="782"/>
                </a:cubicBezTo>
                <a:lnTo>
                  <a:pt x="892" y="153"/>
                </a:lnTo>
                <a:cubicBezTo>
                  <a:pt x="885" y="57"/>
                  <a:pt x="832" y="0"/>
                  <a:pt x="760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7"/>
          <p:cNvSpPr/>
          <p:nvPr/>
        </p:nvSpPr>
        <p:spPr>
          <a:xfrm flipH="1">
            <a:off x="7419116" y="1864795"/>
            <a:ext cx="41236" cy="64628"/>
          </a:xfrm>
          <a:custGeom>
            <a:rect b="b" l="l" r="r" t="t"/>
            <a:pathLst>
              <a:path extrusionOk="0" h="1445" w="922">
                <a:moveTo>
                  <a:pt x="752" y="1"/>
                </a:moveTo>
                <a:cubicBezTo>
                  <a:pt x="721" y="1"/>
                  <a:pt x="691" y="10"/>
                  <a:pt x="653" y="31"/>
                </a:cubicBezTo>
                <a:lnTo>
                  <a:pt x="201" y="293"/>
                </a:lnTo>
                <a:cubicBezTo>
                  <a:pt x="85" y="357"/>
                  <a:pt x="0" y="514"/>
                  <a:pt x="0" y="646"/>
                </a:cubicBezTo>
                <a:lnTo>
                  <a:pt x="0" y="663"/>
                </a:lnTo>
                <a:lnTo>
                  <a:pt x="34" y="1292"/>
                </a:lnTo>
                <a:cubicBezTo>
                  <a:pt x="41" y="1388"/>
                  <a:pt x="92" y="1445"/>
                  <a:pt x="167" y="1445"/>
                </a:cubicBezTo>
                <a:cubicBezTo>
                  <a:pt x="194" y="1445"/>
                  <a:pt x="228" y="1435"/>
                  <a:pt x="262" y="1415"/>
                </a:cubicBezTo>
                <a:lnTo>
                  <a:pt x="717" y="1153"/>
                </a:lnTo>
                <a:cubicBezTo>
                  <a:pt x="833" y="1088"/>
                  <a:pt x="921" y="932"/>
                  <a:pt x="918" y="796"/>
                </a:cubicBezTo>
                <a:lnTo>
                  <a:pt x="918" y="782"/>
                </a:lnTo>
                <a:lnTo>
                  <a:pt x="884" y="153"/>
                </a:lnTo>
                <a:cubicBezTo>
                  <a:pt x="877" y="54"/>
                  <a:pt x="823" y="1"/>
                  <a:pt x="75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7"/>
          <p:cNvSpPr/>
          <p:nvPr/>
        </p:nvSpPr>
        <p:spPr>
          <a:xfrm flipH="1">
            <a:off x="6847083" y="1536690"/>
            <a:ext cx="527844" cy="341162"/>
          </a:xfrm>
          <a:custGeom>
            <a:rect b="b" l="l" r="r" t="t"/>
            <a:pathLst>
              <a:path extrusionOk="0" h="7628" w="11802">
                <a:moveTo>
                  <a:pt x="11570" y="0"/>
                </a:moveTo>
                <a:cubicBezTo>
                  <a:pt x="11525" y="0"/>
                  <a:pt x="11476" y="14"/>
                  <a:pt x="11424" y="44"/>
                </a:cubicBezTo>
                <a:lnTo>
                  <a:pt x="314" y="6459"/>
                </a:lnTo>
                <a:cubicBezTo>
                  <a:pt x="137" y="6561"/>
                  <a:pt x="0" y="6813"/>
                  <a:pt x="11" y="7017"/>
                </a:cubicBezTo>
                <a:lnTo>
                  <a:pt x="31" y="7398"/>
                </a:lnTo>
                <a:cubicBezTo>
                  <a:pt x="41" y="7543"/>
                  <a:pt x="121" y="7628"/>
                  <a:pt x="231" y="7628"/>
                </a:cubicBezTo>
                <a:cubicBezTo>
                  <a:pt x="275" y="7628"/>
                  <a:pt x="324" y="7614"/>
                  <a:pt x="375" y="7585"/>
                </a:cubicBezTo>
                <a:lnTo>
                  <a:pt x="11489" y="1172"/>
                </a:lnTo>
                <a:cubicBezTo>
                  <a:pt x="11665" y="1067"/>
                  <a:pt x="11802" y="819"/>
                  <a:pt x="11788" y="615"/>
                </a:cubicBezTo>
                <a:lnTo>
                  <a:pt x="11767" y="230"/>
                </a:lnTo>
                <a:cubicBezTo>
                  <a:pt x="11760" y="85"/>
                  <a:pt x="11680" y="0"/>
                  <a:pt x="115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7"/>
          <p:cNvSpPr/>
          <p:nvPr/>
        </p:nvSpPr>
        <p:spPr>
          <a:xfrm flipH="1">
            <a:off x="7574983" y="1947044"/>
            <a:ext cx="273270" cy="217095"/>
          </a:xfrm>
          <a:custGeom>
            <a:rect b="b" l="l" r="r" t="t"/>
            <a:pathLst>
              <a:path extrusionOk="0" h="4854" w="6110">
                <a:moveTo>
                  <a:pt x="5850" y="1"/>
                </a:moveTo>
                <a:cubicBezTo>
                  <a:pt x="5806" y="1"/>
                  <a:pt x="5756" y="15"/>
                  <a:pt x="5705" y="45"/>
                </a:cubicBezTo>
                <a:lnTo>
                  <a:pt x="313" y="3163"/>
                </a:lnTo>
                <a:cubicBezTo>
                  <a:pt x="136" y="3268"/>
                  <a:pt x="1" y="3516"/>
                  <a:pt x="14" y="3720"/>
                </a:cubicBezTo>
                <a:lnTo>
                  <a:pt x="65" y="4624"/>
                </a:lnTo>
                <a:cubicBezTo>
                  <a:pt x="74" y="4768"/>
                  <a:pt x="154" y="4853"/>
                  <a:pt x="262" y="4853"/>
                </a:cubicBezTo>
                <a:cubicBezTo>
                  <a:pt x="307" y="4853"/>
                  <a:pt x="357" y="4839"/>
                  <a:pt x="408" y="4807"/>
                </a:cubicBezTo>
                <a:lnTo>
                  <a:pt x="5800" y="1691"/>
                </a:lnTo>
                <a:cubicBezTo>
                  <a:pt x="5977" y="1589"/>
                  <a:pt x="6110" y="1336"/>
                  <a:pt x="6100" y="1132"/>
                </a:cubicBezTo>
                <a:lnTo>
                  <a:pt x="6048" y="232"/>
                </a:lnTo>
                <a:cubicBezTo>
                  <a:pt x="6039" y="85"/>
                  <a:pt x="5959" y="1"/>
                  <a:pt x="58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7"/>
          <p:cNvSpPr/>
          <p:nvPr/>
        </p:nvSpPr>
        <p:spPr>
          <a:xfrm flipH="1">
            <a:off x="7513396" y="2208151"/>
            <a:ext cx="385038" cy="258779"/>
          </a:xfrm>
          <a:custGeom>
            <a:rect b="b" l="l" r="r" t="t"/>
            <a:pathLst>
              <a:path extrusionOk="0" h="5786" w="8609">
                <a:moveTo>
                  <a:pt x="8375" y="1"/>
                </a:moveTo>
                <a:cubicBezTo>
                  <a:pt x="8331" y="1"/>
                  <a:pt x="8282" y="15"/>
                  <a:pt x="8231" y="44"/>
                </a:cubicBezTo>
                <a:lnTo>
                  <a:pt x="313" y="4617"/>
                </a:lnTo>
                <a:cubicBezTo>
                  <a:pt x="136" y="4719"/>
                  <a:pt x="1" y="4971"/>
                  <a:pt x="14" y="5175"/>
                </a:cubicBezTo>
                <a:lnTo>
                  <a:pt x="34" y="5558"/>
                </a:lnTo>
                <a:cubicBezTo>
                  <a:pt x="44" y="5703"/>
                  <a:pt x="123" y="5786"/>
                  <a:pt x="232" y="5786"/>
                </a:cubicBezTo>
                <a:cubicBezTo>
                  <a:pt x="276" y="5786"/>
                  <a:pt x="326" y="5772"/>
                  <a:pt x="378" y="5742"/>
                </a:cubicBezTo>
                <a:lnTo>
                  <a:pt x="8296" y="1173"/>
                </a:lnTo>
                <a:cubicBezTo>
                  <a:pt x="8473" y="1067"/>
                  <a:pt x="8609" y="819"/>
                  <a:pt x="8595" y="615"/>
                </a:cubicBezTo>
                <a:lnTo>
                  <a:pt x="8575" y="231"/>
                </a:lnTo>
                <a:cubicBezTo>
                  <a:pt x="8565" y="86"/>
                  <a:pt x="8485" y="1"/>
                  <a:pt x="83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7"/>
          <p:cNvSpPr/>
          <p:nvPr/>
        </p:nvSpPr>
        <p:spPr>
          <a:xfrm flipH="1">
            <a:off x="7505659" y="2342416"/>
            <a:ext cx="385038" cy="258779"/>
          </a:xfrm>
          <a:custGeom>
            <a:rect b="b" l="l" r="r" t="t"/>
            <a:pathLst>
              <a:path extrusionOk="0" h="5786" w="8609">
                <a:moveTo>
                  <a:pt x="8378" y="0"/>
                </a:moveTo>
                <a:cubicBezTo>
                  <a:pt x="8333" y="0"/>
                  <a:pt x="8283" y="14"/>
                  <a:pt x="8232" y="44"/>
                </a:cubicBezTo>
                <a:lnTo>
                  <a:pt x="313" y="4621"/>
                </a:lnTo>
                <a:cubicBezTo>
                  <a:pt x="137" y="4723"/>
                  <a:pt x="1" y="4971"/>
                  <a:pt x="14" y="5178"/>
                </a:cubicBezTo>
                <a:lnTo>
                  <a:pt x="35" y="5555"/>
                </a:lnTo>
                <a:cubicBezTo>
                  <a:pt x="44" y="5700"/>
                  <a:pt x="125" y="5786"/>
                  <a:pt x="235" y="5786"/>
                </a:cubicBezTo>
                <a:cubicBezTo>
                  <a:pt x="279" y="5786"/>
                  <a:pt x="328" y="5772"/>
                  <a:pt x="378" y="5743"/>
                </a:cubicBezTo>
                <a:lnTo>
                  <a:pt x="8296" y="1169"/>
                </a:lnTo>
                <a:cubicBezTo>
                  <a:pt x="8477" y="1067"/>
                  <a:pt x="8609" y="816"/>
                  <a:pt x="8599" y="612"/>
                </a:cubicBezTo>
                <a:lnTo>
                  <a:pt x="8575" y="228"/>
                </a:lnTo>
                <a:cubicBezTo>
                  <a:pt x="8568" y="83"/>
                  <a:pt x="8487" y="0"/>
                  <a:pt x="837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7"/>
          <p:cNvSpPr/>
          <p:nvPr/>
        </p:nvSpPr>
        <p:spPr>
          <a:xfrm flipH="1">
            <a:off x="7497877" y="2476547"/>
            <a:ext cx="384903" cy="258824"/>
          </a:xfrm>
          <a:custGeom>
            <a:rect b="b" l="l" r="r" t="t"/>
            <a:pathLst>
              <a:path extrusionOk="0" h="5787" w="8606">
                <a:moveTo>
                  <a:pt x="8374" y="0"/>
                </a:moveTo>
                <a:cubicBezTo>
                  <a:pt x="8329" y="0"/>
                  <a:pt x="8280" y="14"/>
                  <a:pt x="8228" y="44"/>
                </a:cubicBezTo>
                <a:lnTo>
                  <a:pt x="313" y="4624"/>
                </a:lnTo>
                <a:cubicBezTo>
                  <a:pt x="133" y="4729"/>
                  <a:pt x="1" y="4977"/>
                  <a:pt x="10" y="5184"/>
                </a:cubicBezTo>
                <a:lnTo>
                  <a:pt x="31" y="5559"/>
                </a:lnTo>
                <a:cubicBezTo>
                  <a:pt x="41" y="5703"/>
                  <a:pt x="120" y="5786"/>
                  <a:pt x="229" y="5786"/>
                </a:cubicBezTo>
                <a:cubicBezTo>
                  <a:pt x="275" y="5786"/>
                  <a:pt x="325" y="5772"/>
                  <a:pt x="378" y="5742"/>
                </a:cubicBezTo>
                <a:lnTo>
                  <a:pt x="8292" y="1173"/>
                </a:lnTo>
                <a:cubicBezTo>
                  <a:pt x="8473" y="1067"/>
                  <a:pt x="8606" y="819"/>
                  <a:pt x="8595" y="615"/>
                </a:cubicBezTo>
                <a:lnTo>
                  <a:pt x="8571" y="230"/>
                </a:lnTo>
                <a:cubicBezTo>
                  <a:pt x="8564" y="85"/>
                  <a:pt x="8484" y="0"/>
                  <a:pt x="837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7"/>
          <p:cNvSpPr/>
          <p:nvPr/>
        </p:nvSpPr>
        <p:spPr>
          <a:xfrm flipH="1">
            <a:off x="7490005" y="2610768"/>
            <a:ext cx="385038" cy="258824"/>
          </a:xfrm>
          <a:custGeom>
            <a:rect b="b" l="l" r="r" t="t"/>
            <a:pathLst>
              <a:path extrusionOk="0" h="5787" w="8609">
                <a:moveTo>
                  <a:pt x="8378" y="1"/>
                </a:moveTo>
                <a:cubicBezTo>
                  <a:pt x="8333" y="1"/>
                  <a:pt x="8283" y="15"/>
                  <a:pt x="8232" y="45"/>
                </a:cubicBezTo>
                <a:lnTo>
                  <a:pt x="314" y="4628"/>
                </a:lnTo>
                <a:cubicBezTo>
                  <a:pt x="137" y="4730"/>
                  <a:pt x="1" y="4981"/>
                  <a:pt x="11" y="5185"/>
                </a:cubicBezTo>
                <a:lnTo>
                  <a:pt x="35" y="5556"/>
                </a:lnTo>
                <a:cubicBezTo>
                  <a:pt x="42" y="5702"/>
                  <a:pt x="122" y="5786"/>
                  <a:pt x="232" y="5786"/>
                </a:cubicBezTo>
                <a:cubicBezTo>
                  <a:pt x="277" y="5786"/>
                  <a:pt x="326" y="5773"/>
                  <a:pt x="378" y="5743"/>
                </a:cubicBezTo>
                <a:lnTo>
                  <a:pt x="8296" y="1171"/>
                </a:lnTo>
                <a:cubicBezTo>
                  <a:pt x="8473" y="1069"/>
                  <a:pt x="8609" y="816"/>
                  <a:pt x="8596" y="612"/>
                </a:cubicBezTo>
                <a:lnTo>
                  <a:pt x="8575" y="228"/>
                </a:lnTo>
                <a:cubicBezTo>
                  <a:pt x="8566" y="84"/>
                  <a:pt x="8486" y="1"/>
                  <a:pt x="837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7"/>
          <p:cNvSpPr/>
          <p:nvPr/>
        </p:nvSpPr>
        <p:spPr>
          <a:xfrm flipH="1">
            <a:off x="7311776" y="2178811"/>
            <a:ext cx="96427" cy="334632"/>
          </a:xfrm>
          <a:custGeom>
            <a:rect b="b" l="l" r="r" t="t"/>
            <a:pathLst>
              <a:path extrusionOk="0" h="7482" w="2156">
                <a:moveTo>
                  <a:pt x="1596" y="0"/>
                </a:moveTo>
                <a:cubicBezTo>
                  <a:pt x="1551" y="0"/>
                  <a:pt x="1501" y="14"/>
                  <a:pt x="1449" y="44"/>
                </a:cubicBezTo>
                <a:lnTo>
                  <a:pt x="313" y="700"/>
                </a:lnTo>
                <a:cubicBezTo>
                  <a:pt x="132" y="805"/>
                  <a:pt x="0" y="1053"/>
                  <a:pt x="10" y="1257"/>
                </a:cubicBezTo>
                <a:lnTo>
                  <a:pt x="364" y="7251"/>
                </a:lnTo>
                <a:cubicBezTo>
                  <a:pt x="371" y="7397"/>
                  <a:pt x="451" y="7481"/>
                  <a:pt x="561" y="7481"/>
                </a:cubicBezTo>
                <a:cubicBezTo>
                  <a:pt x="606" y="7481"/>
                  <a:pt x="656" y="7468"/>
                  <a:pt x="708" y="7438"/>
                </a:cubicBezTo>
                <a:lnTo>
                  <a:pt x="1846" y="6779"/>
                </a:lnTo>
                <a:cubicBezTo>
                  <a:pt x="2023" y="6677"/>
                  <a:pt x="2156" y="6429"/>
                  <a:pt x="2145" y="6222"/>
                </a:cubicBezTo>
                <a:lnTo>
                  <a:pt x="1795" y="231"/>
                </a:lnTo>
                <a:cubicBezTo>
                  <a:pt x="1786" y="84"/>
                  <a:pt x="1706" y="0"/>
                  <a:pt x="159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7"/>
          <p:cNvSpPr/>
          <p:nvPr/>
        </p:nvSpPr>
        <p:spPr>
          <a:xfrm flipH="1">
            <a:off x="7307214" y="2529905"/>
            <a:ext cx="80639" cy="59618"/>
          </a:xfrm>
          <a:custGeom>
            <a:rect b="b" l="l" r="r" t="t"/>
            <a:pathLst>
              <a:path extrusionOk="0" h="1333" w="1803">
                <a:moveTo>
                  <a:pt x="1636" y="0"/>
                </a:moveTo>
                <a:cubicBezTo>
                  <a:pt x="1583" y="0"/>
                  <a:pt x="1521" y="19"/>
                  <a:pt x="1456" y="57"/>
                </a:cubicBezTo>
                <a:lnTo>
                  <a:pt x="317" y="714"/>
                </a:lnTo>
                <a:cubicBezTo>
                  <a:pt x="140" y="816"/>
                  <a:pt x="1" y="1027"/>
                  <a:pt x="11" y="1179"/>
                </a:cubicBezTo>
                <a:cubicBezTo>
                  <a:pt x="15" y="1278"/>
                  <a:pt x="78" y="1332"/>
                  <a:pt x="168" y="1332"/>
                </a:cubicBezTo>
                <a:cubicBezTo>
                  <a:pt x="220" y="1332"/>
                  <a:pt x="282" y="1314"/>
                  <a:pt x="347" y="1275"/>
                </a:cubicBezTo>
                <a:lnTo>
                  <a:pt x="1486" y="619"/>
                </a:lnTo>
                <a:cubicBezTo>
                  <a:pt x="1667" y="517"/>
                  <a:pt x="1803" y="306"/>
                  <a:pt x="1792" y="153"/>
                </a:cubicBezTo>
                <a:cubicBezTo>
                  <a:pt x="1788" y="54"/>
                  <a:pt x="1726" y="0"/>
                  <a:pt x="163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7"/>
          <p:cNvSpPr/>
          <p:nvPr/>
        </p:nvSpPr>
        <p:spPr>
          <a:xfrm flipH="1">
            <a:off x="7137841" y="2205691"/>
            <a:ext cx="89092" cy="207121"/>
          </a:xfrm>
          <a:custGeom>
            <a:rect b="b" l="l" r="r" t="t"/>
            <a:pathLst>
              <a:path extrusionOk="0" h="4631" w="1992">
                <a:moveTo>
                  <a:pt x="1597" y="1"/>
                </a:moveTo>
                <a:cubicBezTo>
                  <a:pt x="1553" y="1"/>
                  <a:pt x="1503" y="15"/>
                  <a:pt x="1452" y="44"/>
                </a:cubicBezTo>
                <a:lnTo>
                  <a:pt x="313" y="701"/>
                </a:lnTo>
                <a:cubicBezTo>
                  <a:pt x="136" y="807"/>
                  <a:pt x="0" y="1055"/>
                  <a:pt x="13" y="1259"/>
                </a:cubicBezTo>
                <a:lnTo>
                  <a:pt x="197" y="4403"/>
                </a:lnTo>
                <a:cubicBezTo>
                  <a:pt x="204" y="4548"/>
                  <a:pt x="285" y="4631"/>
                  <a:pt x="394" y="4631"/>
                </a:cubicBezTo>
                <a:cubicBezTo>
                  <a:pt x="439" y="4631"/>
                  <a:pt x="489" y="4617"/>
                  <a:pt x="540" y="4587"/>
                </a:cubicBezTo>
                <a:lnTo>
                  <a:pt x="1679" y="3931"/>
                </a:lnTo>
                <a:cubicBezTo>
                  <a:pt x="1856" y="3829"/>
                  <a:pt x="1992" y="3578"/>
                  <a:pt x="1979" y="3374"/>
                </a:cubicBezTo>
                <a:lnTo>
                  <a:pt x="1795" y="232"/>
                </a:lnTo>
                <a:cubicBezTo>
                  <a:pt x="1788" y="85"/>
                  <a:pt x="1707" y="1"/>
                  <a:pt x="1597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7"/>
          <p:cNvSpPr/>
          <p:nvPr/>
        </p:nvSpPr>
        <p:spPr>
          <a:xfrm flipH="1">
            <a:off x="7138422" y="2205691"/>
            <a:ext cx="87929" cy="207121"/>
          </a:xfrm>
          <a:custGeom>
            <a:rect b="b" l="l" r="r" t="t"/>
            <a:pathLst>
              <a:path extrusionOk="0" h="4631" w="1966">
                <a:moveTo>
                  <a:pt x="1585" y="0"/>
                </a:moveTo>
                <a:cubicBezTo>
                  <a:pt x="1541" y="0"/>
                  <a:pt x="1489" y="14"/>
                  <a:pt x="1439" y="44"/>
                </a:cubicBezTo>
                <a:lnTo>
                  <a:pt x="300" y="701"/>
                </a:lnTo>
                <a:cubicBezTo>
                  <a:pt x="130" y="799"/>
                  <a:pt x="0" y="1034"/>
                  <a:pt x="0" y="1235"/>
                </a:cubicBezTo>
                <a:lnTo>
                  <a:pt x="0" y="1259"/>
                </a:lnTo>
                <a:lnTo>
                  <a:pt x="184" y="4403"/>
                </a:lnTo>
                <a:cubicBezTo>
                  <a:pt x="191" y="4549"/>
                  <a:pt x="273" y="4631"/>
                  <a:pt x="381" y="4631"/>
                </a:cubicBezTo>
                <a:cubicBezTo>
                  <a:pt x="425" y="4631"/>
                  <a:pt x="477" y="4618"/>
                  <a:pt x="527" y="4587"/>
                </a:cubicBezTo>
                <a:lnTo>
                  <a:pt x="1666" y="3931"/>
                </a:lnTo>
                <a:cubicBezTo>
                  <a:pt x="1836" y="3832"/>
                  <a:pt x="1966" y="3601"/>
                  <a:pt x="1966" y="3400"/>
                </a:cubicBezTo>
                <a:lnTo>
                  <a:pt x="1966" y="3374"/>
                </a:lnTo>
                <a:lnTo>
                  <a:pt x="1782" y="232"/>
                </a:lnTo>
                <a:cubicBezTo>
                  <a:pt x="1775" y="85"/>
                  <a:pt x="1693" y="0"/>
                  <a:pt x="158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7"/>
          <p:cNvSpPr/>
          <p:nvPr/>
        </p:nvSpPr>
        <p:spPr>
          <a:xfrm flipH="1">
            <a:off x="7133413" y="2429317"/>
            <a:ext cx="80639" cy="59618"/>
          </a:xfrm>
          <a:custGeom>
            <a:rect b="b" l="l" r="r" t="t"/>
            <a:pathLst>
              <a:path extrusionOk="0" h="1333" w="1803">
                <a:moveTo>
                  <a:pt x="1634" y="1"/>
                </a:moveTo>
                <a:cubicBezTo>
                  <a:pt x="1582" y="1"/>
                  <a:pt x="1521" y="19"/>
                  <a:pt x="1456" y="56"/>
                </a:cubicBezTo>
                <a:lnTo>
                  <a:pt x="317" y="712"/>
                </a:lnTo>
                <a:cubicBezTo>
                  <a:pt x="140" y="817"/>
                  <a:pt x="1" y="1025"/>
                  <a:pt x="11" y="1181"/>
                </a:cubicBezTo>
                <a:cubicBezTo>
                  <a:pt x="17" y="1280"/>
                  <a:pt x="79" y="1333"/>
                  <a:pt x="169" y="1333"/>
                </a:cubicBezTo>
                <a:cubicBezTo>
                  <a:pt x="222" y="1333"/>
                  <a:pt x="284" y="1314"/>
                  <a:pt x="351" y="1277"/>
                </a:cubicBezTo>
                <a:lnTo>
                  <a:pt x="1487" y="621"/>
                </a:lnTo>
                <a:cubicBezTo>
                  <a:pt x="1666" y="519"/>
                  <a:pt x="1803" y="307"/>
                  <a:pt x="1793" y="151"/>
                </a:cubicBezTo>
                <a:cubicBezTo>
                  <a:pt x="1788" y="54"/>
                  <a:pt x="1725" y="1"/>
                  <a:pt x="163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7"/>
          <p:cNvSpPr/>
          <p:nvPr/>
        </p:nvSpPr>
        <p:spPr>
          <a:xfrm flipH="1">
            <a:off x="6963995" y="1900664"/>
            <a:ext cx="100273" cy="411649"/>
          </a:xfrm>
          <a:custGeom>
            <a:rect b="b" l="l" r="r" t="t"/>
            <a:pathLst>
              <a:path extrusionOk="0" h="9204" w="2242">
                <a:moveTo>
                  <a:pt x="1597" y="1"/>
                </a:moveTo>
                <a:cubicBezTo>
                  <a:pt x="1552" y="1"/>
                  <a:pt x="1501" y="15"/>
                  <a:pt x="1449" y="45"/>
                </a:cubicBezTo>
                <a:lnTo>
                  <a:pt x="313" y="701"/>
                </a:lnTo>
                <a:cubicBezTo>
                  <a:pt x="133" y="806"/>
                  <a:pt x="1" y="1055"/>
                  <a:pt x="10" y="1259"/>
                </a:cubicBezTo>
                <a:lnTo>
                  <a:pt x="446" y="8973"/>
                </a:lnTo>
                <a:cubicBezTo>
                  <a:pt x="455" y="9120"/>
                  <a:pt x="535" y="9204"/>
                  <a:pt x="644" y="9204"/>
                </a:cubicBezTo>
                <a:cubicBezTo>
                  <a:pt x="689" y="9204"/>
                  <a:pt x="738" y="9189"/>
                  <a:pt x="790" y="9160"/>
                </a:cubicBezTo>
                <a:lnTo>
                  <a:pt x="1928" y="8504"/>
                </a:lnTo>
                <a:cubicBezTo>
                  <a:pt x="2105" y="8398"/>
                  <a:pt x="2241" y="8150"/>
                  <a:pt x="2231" y="7946"/>
                </a:cubicBezTo>
                <a:lnTo>
                  <a:pt x="1792" y="232"/>
                </a:lnTo>
                <a:cubicBezTo>
                  <a:pt x="1785" y="85"/>
                  <a:pt x="1706" y="1"/>
                  <a:pt x="1597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7"/>
          <p:cNvSpPr/>
          <p:nvPr/>
        </p:nvSpPr>
        <p:spPr>
          <a:xfrm flipH="1">
            <a:off x="6964487" y="1900664"/>
            <a:ext cx="99334" cy="411649"/>
          </a:xfrm>
          <a:custGeom>
            <a:rect b="b" l="l" r="r" t="t"/>
            <a:pathLst>
              <a:path extrusionOk="0" h="9204" w="2221">
                <a:moveTo>
                  <a:pt x="1588" y="1"/>
                </a:moveTo>
                <a:cubicBezTo>
                  <a:pt x="1541" y="1"/>
                  <a:pt x="1494" y="14"/>
                  <a:pt x="1439" y="45"/>
                </a:cubicBezTo>
                <a:lnTo>
                  <a:pt x="303" y="701"/>
                </a:lnTo>
                <a:cubicBezTo>
                  <a:pt x="130" y="799"/>
                  <a:pt x="0" y="1034"/>
                  <a:pt x="0" y="1234"/>
                </a:cubicBezTo>
                <a:lnTo>
                  <a:pt x="0" y="1259"/>
                </a:lnTo>
                <a:lnTo>
                  <a:pt x="436" y="8973"/>
                </a:lnTo>
                <a:cubicBezTo>
                  <a:pt x="446" y="9119"/>
                  <a:pt x="524" y="9204"/>
                  <a:pt x="633" y="9204"/>
                </a:cubicBezTo>
                <a:cubicBezTo>
                  <a:pt x="678" y="9204"/>
                  <a:pt x="728" y="9190"/>
                  <a:pt x="780" y="9160"/>
                </a:cubicBezTo>
                <a:lnTo>
                  <a:pt x="1918" y="8504"/>
                </a:lnTo>
                <a:cubicBezTo>
                  <a:pt x="2088" y="8405"/>
                  <a:pt x="2221" y="8170"/>
                  <a:pt x="2221" y="7970"/>
                </a:cubicBezTo>
                <a:lnTo>
                  <a:pt x="2221" y="7946"/>
                </a:lnTo>
                <a:lnTo>
                  <a:pt x="1782" y="232"/>
                </a:lnTo>
                <a:cubicBezTo>
                  <a:pt x="1775" y="85"/>
                  <a:pt x="1698" y="1"/>
                  <a:pt x="158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7"/>
          <p:cNvSpPr/>
          <p:nvPr/>
        </p:nvSpPr>
        <p:spPr>
          <a:xfrm flipH="1">
            <a:off x="6959612" y="2328775"/>
            <a:ext cx="80505" cy="59618"/>
          </a:xfrm>
          <a:custGeom>
            <a:rect b="b" l="l" r="r" t="t"/>
            <a:pathLst>
              <a:path extrusionOk="0" h="1333" w="1800">
                <a:moveTo>
                  <a:pt x="1633" y="1"/>
                </a:moveTo>
                <a:cubicBezTo>
                  <a:pt x="1580" y="1"/>
                  <a:pt x="1518" y="19"/>
                  <a:pt x="1453" y="57"/>
                </a:cubicBezTo>
                <a:lnTo>
                  <a:pt x="314" y="713"/>
                </a:lnTo>
                <a:cubicBezTo>
                  <a:pt x="137" y="815"/>
                  <a:pt x="1" y="1025"/>
                  <a:pt x="8" y="1182"/>
                </a:cubicBezTo>
                <a:cubicBezTo>
                  <a:pt x="14" y="1279"/>
                  <a:pt x="77" y="1333"/>
                  <a:pt x="168" y="1333"/>
                </a:cubicBezTo>
                <a:cubicBezTo>
                  <a:pt x="220" y="1333"/>
                  <a:pt x="282" y="1315"/>
                  <a:pt x="348" y="1278"/>
                </a:cubicBezTo>
                <a:lnTo>
                  <a:pt x="1487" y="617"/>
                </a:lnTo>
                <a:cubicBezTo>
                  <a:pt x="1664" y="515"/>
                  <a:pt x="1800" y="308"/>
                  <a:pt x="1793" y="152"/>
                </a:cubicBezTo>
                <a:cubicBezTo>
                  <a:pt x="1786" y="54"/>
                  <a:pt x="1723" y="1"/>
                  <a:pt x="163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7"/>
          <p:cNvSpPr/>
          <p:nvPr/>
        </p:nvSpPr>
        <p:spPr>
          <a:xfrm flipH="1">
            <a:off x="6790238" y="1952456"/>
            <a:ext cx="91418" cy="259316"/>
          </a:xfrm>
          <a:custGeom>
            <a:rect b="b" l="l" r="r" t="t"/>
            <a:pathLst>
              <a:path extrusionOk="0" h="5798" w="2044">
                <a:moveTo>
                  <a:pt x="1601" y="1"/>
                </a:moveTo>
                <a:cubicBezTo>
                  <a:pt x="1555" y="1"/>
                  <a:pt x="1505" y="15"/>
                  <a:pt x="1452" y="46"/>
                </a:cubicBezTo>
                <a:lnTo>
                  <a:pt x="317" y="702"/>
                </a:lnTo>
                <a:cubicBezTo>
                  <a:pt x="137" y="804"/>
                  <a:pt x="1" y="1055"/>
                  <a:pt x="14" y="1259"/>
                </a:cubicBezTo>
                <a:lnTo>
                  <a:pt x="252" y="5568"/>
                </a:lnTo>
                <a:cubicBezTo>
                  <a:pt x="259" y="5713"/>
                  <a:pt x="339" y="5798"/>
                  <a:pt x="448" y="5798"/>
                </a:cubicBezTo>
                <a:cubicBezTo>
                  <a:pt x="492" y="5798"/>
                  <a:pt x="541" y="5784"/>
                  <a:pt x="592" y="5755"/>
                </a:cubicBezTo>
                <a:lnTo>
                  <a:pt x="1731" y="5094"/>
                </a:lnTo>
                <a:cubicBezTo>
                  <a:pt x="1912" y="4992"/>
                  <a:pt x="2044" y="4744"/>
                  <a:pt x="2034" y="4537"/>
                </a:cubicBezTo>
                <a:lnTo>
                  <a:pt x="1796" y="230"/>
                </a:lnTo>
                <a:cubicBezTo>
                  <a:pt x="1789" y="85"/>
                  <a:pt x="1710" y="1"/>
                  <a:pt x="1601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7"/>
          <p:cNvSpPr/>
          <p:nvPr/>
        </p:nvSpPr>
        <p:spPr>
          <a:xfrm flipH="1">
            <a:off x="6790685" y="1952546"/>
            <a:ext cx="90345" cy="259271"/>
          </a:xfrm>
          <a:custGeom>
            <a:rect b="b" l="l" r="r" t="t"/>
            <a:pathLst>
              <a:path extrusionOk="0" h="5797" w="2020">
                <a:moveTo>
                  <a:pt x="1584" y="0"/>
                </a:moveTo>
                <a:cubicBezTo>
                  <a:pt x="1540" y="0"/>
                  <a:pt x="1493" y="13"/>
                  <a:pt x="1438" y="44"/>
                </a:cubicBezTo>
                <a:lnTo>
                  <a:pt x="303" y="700"/>
                </a:lnTo>
                <a:cubicBezTo>
                  <a:pt x="129" y="799"/>
                  <a:pt x="0" y="1033"/>
                  <a:pt x="0" y="1234"/>
                </a:cubicBezTo>
                <a:lnTo>
                  <a:pt x="0" y="1257"/>
                </a:lnTo>
                <a:lnTo>
                  <a:pt x="238" y="5566"/>
                </a:lnTo>
                <a:cubicBezTo>
                  <a:pt x="245" y="5712"/>
                  <a:pt x="324" y="5797"/>
                  <a:pt x="432" y="5797"/>
                </a:cubicBezTo>
                <a:cubicBezTo>
                  <a:pt x="479" y="5797"/>
                  <a:pt x="528" y="5779"/>
                  <a:pt x="578" y="5753"/>
                </a:cubicBezTo>
                <a:lnTo>
                  <a:pt x="1717" y="5092"/>
                </a:lnTo>
                <a:cubicBezTo>
                  <a:pt x="1890" y="4995"/>
                  <a:pt x="2020" y="4760"/>
                  <a:pt x="2020" y="4559"/>
                </a:cubicBezTo>
                <a:lnTo>
                  <a:pt x="2020" y="4535"/>
                </a:lnTo>
                <a:lnTo>
                  <a:pt x="1782" y="228"/>
                </a:lnTo>
                <a:cubicBezTo>
                  <a:pt x="1775" y="82"/>
                  <a:pt x="1694" y="0"/>
                  <a:pt x="158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7"/>
          <p:cNvSpPr/>
          <p:nvPr/>
        </p:nvSpPr>
        <p:spPr>
          <a:xfrm flipH="1">
            <a:off x="6785676" y="2228188"/>
            <a:ext cx="80594" cy="59663"/>
          </a:xfrm>
          <a:custGeom>
            <a:rect b="b" l="l" r="r" t="t"/>
            <a:pathLst>
              <a:path extrusionOk="0" h="1334" w="1802">
                <a:moveTo>
                  <a:pt x="1631" y="0"/>
                </a:moveTo>
                <a:cubicBezTo>
                  <a:pt x="1579" y="0"/>
                  <a:pt x="1517" y="18"/>
                  <a:pt x="1452" y="55"/>
                </a:cubicBezTo>
                <a:lnTo>
                  <a:pt x="313" y="715"/>
                </a:lnTo>
                <a:cubicBezTo>
                  <a:pt x="136" y="817"/>
                  <a:pt x="0" y="1027"/>
                  <a:pt x="7" y="1181"/>
                </a:cubicBezTo>
                <a:cubicBezTo>
                  <a:pt x="13" y="1279"/>
                  <a:pt x="76" y="1333"/>
                  <a:pt x="167" y="1333"/>
                </a:cubicBezTo>
                <a:cubicBezTo>
                  <a:pt x="219" y="1333"/>
                  <a:pt x="282" y="1315"/>
                  <a:pt x="347" y="1275"/>
                </a:cubicBezTo>
                <a:lnTo>
                  <a:pt x="1486" y="619"/>
                </a:lnTo>
                <a:cubicBezTo>
                  <a:pt x="1662" y="517"/>
                  <a:pt x="1802" y="307"/>
                  <a:pt x="1792" y="153"/>
                </a:cubicBezTo>
                <a:cubicBezTo>
                  <a:pt x="1785" y="54"/>
                  <a:pt x="1723" y="0"/>
                  <a:pt x="16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7"/>
          <p:cNvSpPr/>
          <p:nvPr/>
        </p:nvSpPr>
        <p:spPr>
          <a:xfrm flipH="1">
            <a:off x="5347500" y="2436071"/>
            <a:ext cx="257303" cy="278100"/>
          </a:xfrm>
          <a:custGeom>
            <a:rect b="b" l="l" r="r" t="t"/>
            <a:pathLst>
              <a:path extrusionOk="0" h="6218" w="5753">
                <a:moveTo>
                  <a:pt x="1934" y="0"/>
                </a:moveTo>
                <a:lnTo>
                  <a:pt x="0" y="1140"/>
                </a:lnTo>
                <a:cubicBezTo>
                  <a:pt x="265" y="1989"/>
                  <a:pt x="755" y="2985"/>
                  <a:pt x="1064" y="3618"/>
                </a:cubicBezTo>
                <a:cubicBezTo>
                  <a:pt x="2037" y="5587"/>
                  <a:pt x="2874" y="6217"/>
                  <a:pt x="3787" y="6217"/>
                </a:cubicBezTo>
                <a:cubicBezTo>
                  <a:pt x="3889" y="6217"/>
                  <a:pt x="3992" y="6209"/>
                  <a:pt x="4096" y="6194"/>
                </a:cubicBezTo>
                <a:cubicBezTo>
                  <a:pt x="5753" y="5963"/>
                  <a:pt x="5637" y="5352"/>
                  <a:pt x="4685" y="4451"/>
                </a:cubicBezTo>
                <a:cubicBezTo>
                  <a:pt x="3981" y="3784"/>
                  <a:pt x="3644" y="3098"/>
                  <a:pt x="3644" y="3098"/>
                </a:cubicBezTo>
                <a:lnTo>
                  <a:pt x="3644" y="3098"/>
                </a:lnTo>
                <a:cubicBezTo>
                  <a:pt x="4015" y="3271"/>
                  <a:pt x="4311" y="3404"/>
                  <a:pt x="4532" y="3441"/>
                </a:cubicBezTo>
                <a:cubicBezTo>
                  <a:pt x="4584" y="3449"/>
                  <a:pt x="4632" y="3453"/>
                  <a:pt x="4678" y="3453"/>
                </a:cubicBezTo>
                <a:cubicBezTo>
                  <a:pt x="5021" y="3453"/>
                  <a:pt x="5193" y="3226"/>
                  <a:pt x="5229" y="3087"/>
                </a:cubicBezTo>
                <a:cubicBezTo>
                  <a:pt x="5259" y="2968"/>
                  <a:pt x="4953" y="2914"/>
                  <a:pt x="4559" y="2598"/>
                </a:cubicBezTo>
                <a:cubicBezTo>
                  <a:pt x="4059" y="2193"/>
                  <a:pt x="3774" y="1846"/>
                  <a:pt x="3142" y="1557"/>
                </a:cubicBezTo>
                <a:cubicBezTo>
                  <a:pt x="2903" y="1449"/>
                  <a:pt x="2400" y="1132"/>
                  <a:pt x="2298" y="895"/>
                </a:cubicBezTo>
                <a:cubicBezTo>
                  <a:pt x="2189" y="650"/>
                  <a:pt x="2067" y="344"/>
                  <a:pt x="1934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7"/>
          <p:cNvSpPr/>
          <p:nvPr/>
        </p:nvSpPr>
        <p:spPr>
          <a:xfrm flipH="1">
            <a:off x="5501533" y="1627393"/>
            <a:ext cx="276624" cy="869991"/>
          </a:xfrm>
          <a:custGeom>
            <a:rect b="b" l="l" r="r" t="t"/>
            <a:pathLst>
              <a:path extrusionOk="0" h="19452" w="6185">
                <a:moveTo>
                  <a:pt x="1108" y="1"/>
                </a:moveTo>
                <a:cubicBezTo>
                  <a:pt x="1108" y="1"/>
                  <a:pt x="707" y="1130"/>
                  <a:pt x="316" y="1796"/>
                </a:cubicBezTo>
                <a:cubicBezTo>
                  <a:pt x="0" y="2334"/>
                  <a:pt x="266" y="10925"/>
                  <a:pt x="425" y="11645"/>
                </a:cubicBezTo>
                <a:cubicBezTo>
                  <a:pt x="585" y="12367"/>
                  <a:pt x="3726" y="19390"/>
                  <a:pt x="3726" y="19390"/>
                </a:cubicBezTo>
                <a:cubicBezTo>
                  <a:pt x="3726" y="19390"/>
                  <a:pt x="3930" y="19451"/>
                  <a:pt x="4250" y="19451"/>
                </a:cubicBezTo>
                <a:cubicBezTo>
                  <a:pt x="4731" y="19451"/>
                  <a:pt x="5476" y="19314"/>
                  <a:pt x="6184" y="18625"/>
                </a:cubicBezTo>
                <a:lnTo>
                  <a:pt x="3848" y="11268"/>
                </a:lnTo>
                <a:lnTo>
                  <a:pt x="3702" y="4998"/>
                </a:lnTo>
                <a:cubicBezTo>
                  <a:pt x="3702" y="4998"/>
                  <a:pt x="3795" y="481"/>
                  <a:pt x="1108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7"/>
          <p:cNvSpPr/>
          <p:nvPr/>
        </p:nvSpPr>
        <p:spPr>
          <a:xfrm flipH="1">
            <a:off x="5501533" y="1627393"/>
            <a:ext cx="227069" cy="869991"/>
          </a:xfrm>
          <a:custGeom>
            <a:rect b="b" l="l" r="r" t="t"/>
            <a:pathLst>
              <a:path extrusionOk="0" h="19452" w="5077">
                <a:moveTo>
                  <a:pt x="0" y="1"/>
                </a:moveTo>
                <a:lnTo>
                  <a:pt x="0" y="1"/>
                </a:lnTo>
                <a:cubicBezTo>
                  <a:pt x="1687" y="521"/>
                  <a:pt x="1714" y="1589"/>
                  <a:pt x="1894" y="3921"/>
                </a:cubicBezTo>
                <a:cubicBezTo>
                  <a:pt x="2054" y="5941"/>
                  <a:pt x="2152" y="18160"/>
                  <a:pt x="2152" y="18160"/>
                </a:cubicBezTo>
                <a:cubicBezTo>
                  <a:pt x="2132" y="18176"/>
                  <a:pt x="2111" y="18190"/>
                  <a:pt x="2091" y="18207"/>
                </a:cubicBezTo>
                <a:cubicBezTo>
                  <a:pt x="2407" y="18918"/>
                  <a:pt x="2618" y="19390"/>
                  <a:pt x="2618" y="19390"/>
                </a:cubicBezTo>
                <a:cubicBezTo>
                  <a:pt x="2618" y="19390"/>
                  <a:pt x="2822" y="19451"/>
                  <a:pt x="3142" y="19451"/>
                </a:cubicBezTo>
                <a:cubicBezTo>
                  <a:pt x="3621" y="19451"/>
                  <a:pt x="4366" y="19312"/>
                  <a:pt x="5076" y="18625"/>
                </a:cubicBezTo>
                <a:lnTo>
                  <a:pt x="2740" y="11268"/>
                </a:lnTo>
                <a:lnTo>
                  <a:pt x="2594" y="4998"/>
                </a:lnTo>
                <a:lnTo>
                  <a:pt x="2594" y="4948"/>
                </a:lnTo>
                <a:cubicBezTo>
                  <a:pt x="2594" y="4441"/>
                  <a:pt x="2516" y="450"/>
                  <a:pt x="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7"/>
          <p:cNvSpPr/>
          <p:nvPr/>
        </p:nvSpPr>
        <p:spPr>
          <a:xfrm flipH="1">
            <a:off x="6065067" y="3665748"/>
            <a:ext cx="104030" cy="177961"/>
          </a:xfrm>
          <a:custGeom>
            <a:rect b="b" l="l" r="r" t="t"/>
            <a:pathLst>
              <a:path extrusionOk="0" h="3979" w="2326">
                <a:moveTo>
                  <a:pt x="0" y="1"/>
                </a:moveTo>
                <a:lnTo>
                  <a:pt x="0" y="3979"/>
                </a:lnTo>
                <a:lnTo>
                  <a:pt x="2326" y="3979"/>
                </a:lnTo>
                <a:lnTo>
                  <a:pt x="2326" y="1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7"/>
          <p:cNvSpPr/>
          <p:nvPr/>
        </p:nvSpPr>
        <p:spPr>
          <a:xfrm flipH="1">
            <a:off x="5634903" y="3520704"/>
            <a:ext cx="109084" cy="191915"/>
          </a:xfrm>
          <a:custGeom>
            <a:rect b="b" l="l" r="r" t="t"/>
            <a:pathLst>
              <a:path extrusionOk="0" h="4291" w="2439">
                <a:moveTo>
                  <a:pt x="1" y="0"/>
                </a:moveTo>
                <a:lnTo>
                  <a:pt x="1" y="4212"/>
                </a:lnTo>
                <a:lnTo>
                  <a:pt x="2323" y="4291"/>
                </a:lnTo>
                <a:lnTo>
                  <a:pt x="2439" y="82"/>
                </a:lnTo>
                <a:lnTo>
                  <a:pt x="1" y="0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7"/>
          <p:cNvSpPr/>
          <p:nvPr/>
        </p:nvSpPr>
        <p:spPr>
          <a:xfrm flipH="1">
            <a:off x="5621798" y="2374305"/>
            <a:ext cx="574672" cy="1394347"/>
          </a:xfrm>
          <a:custGeom>
            <a:rect b="b" l="l" r="r" t="t"/>
            <a:pathLst>
              <a:path extrusionOk="0" h="31176" w="12849">
                <a:moveTo>
                  <a:pt x="12151" y="1"/>
                </a:moveTo>
                <a:lnTo>
                  <a:pt x="938" y="481"/>
                </a:lnTo>
                <a:cubicBezTo>
                  <a:pt x="938" y="2700"/>
                  <a:pt x="786" y="15603"/>
                  <a:pt x="786" y="15603"/>
                </a:cubicBezTo>
                <a:cubicBezTo>
                  <a:pt x="734" y="16238"/>
                  <a:pt x="119" y="17374"/>
                  <a:pt x="72" y="19676"/>
                </a:cubicBezTo>
                <a:cubicBezTo>
                  <a:pt x="0" y="23011"/>
                  <a:pt x="513" y="30868"/>
                  <a:pt x="513" y="30868"/>
                </a:cubicBezTo>
                <a:cubicBezTo>
                  <a:pt x="513" y="30868"/>
                  <a:pt x="1043" y="31175"/>
                  <a:pt x="1844" y="31175"/>
                </a:cubicBezTo>
                <a:cubicBezTo>
                  <a:pt x="2214" y="31175"/>
                  <a:pt x="2641" y="31110"/>
                  <a:pt x="3101" y="30919"/>
                </a:cubicBezTo>
                <a:cubicBezTo>
                  <a:pt x="3101" y="30919"/>
                  <a:pt x="4927" y="19805"/>
                  <a:pt x="5341" y="16504"/>
                </a:cubicBezTo>
                <a:cubicBezTo>
                  <a:pt x="5705" y="13624"/>
                  <a:pt x="6959" y="5934"/>
                  <a:pt x="6959" y="5934"/>
                </a:cubicBezTo>
                <a:lnTo>
                  <a:pt x="8734" y="15670"/>
                </a:lnTo>
                <a:cubicBezTo>
                  <a:pt x="8734" y="15670"/>
                  <a:pt x="8306" y="17387"/>
                  <a:pt x="8448" y="19363"/>
                </a:cubicBezTo>
                <a:cubicBezTo>
                  <a:pt x="8558" y="20889"/>
                  <a:pt x="9972" y="28539"/>
                  <a:pt x="9972" y="28539"/>
                </a:cubicBezTo>
                <a:cubicBezTo>
                  <a:pt x="9972" y="28539"/>
                  <a:pt x="10560" y="28938"/>
                  <a:pt x="11502" y="28938"/>
                </a:cubicBezTo>
                <a:cubicBezTo>
                  <a:pt x="11843" y="28938"/>
                  <a:pt x="12231" y="28886"/>
                  <a:pt x="12654" y="28743"/>
                </a:cubicBezTo>
                <a:cubicBezTo>
                  <a:pt x="12654" y="28743"/>
                  <a:pt x="12790" y="16739"/>
                  <a:pt x="12817" y="15338"/>
                </a:cubicBezTo>
                <a:cubicBezTo>
                  <a:pt x="12848" y="13740"/>
                  <a:pt x="12151" y="1"/>
                  <a:pt x="1215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7"/>
          <p:cNvSpPr/>
          <p:nvPr/>
        </p:nvSpPr>
        <p:spPr>
          <a:xfrm flipH="1">
            <a:off x="5928209" y="3777427"/>
            <a:ext cx="269826" cy="302520"/>
          </a:xfrm>
          <a:custGeom>
            <a:rect b="b" l="l" r="r" t="t"/>
            <a:pathLst>
              <a:path extrusionOk="0" h="6764" w="6033">
                <a:moveTo>
                  <a:pt x="631" y="0"/>
                </a:moveTo>
                <a:cubicBezTo>
                  <a:pt x="499" y="0"/>
                  <a:pt x="388" y="433"/>
                  <a:pt x="283" y="829"/>
                </a:cubicBezTo>
                <a:cubicBezTo>
                  <a:pt x="158" y="1305"/>
                  <a:pt x="1" y="1841"/>
                  <a:pt x="198" y="2318"/>
                </a:cubicBezTo>
                <a:cubicBezTo>
                  <a:pt x="307" y="2583"/>
                  <a:pt x="481" y="2814"/>
                  <a:pt x="644" y="3052"/>
                </a:cubicBezTo>
                <a:cubicBezTo>
                  <a:pt x="923" y="3464"/>
                  <a:pt x="1171" y="3912"/>
                  <a:pt x="1225" y="4402"/>
                </a:cubicBezTo>
                <a:cubicBezTo>
                  <a:pt x="1249" y="4619"/>
                  <a:pt x="1239" y="4837"/>
                  <a:pt x="1273" y="5051"/>
                </a:cubicBezTo>
                <a:cubicBezTo>
                  <a:pt x="1392" y="5796"/>
                  <a:pt x="1915" y="6377"/>
                  <a:pt x="2640" y="6588"/>
                </a:cubicBezTo>
                <a:cubicBezTo>
                  <a:pt x="3016" y="6699"/>
                  <a:pt x="3453" y="6763"/>
                  <a:pt x="3899" y="6763"/>
                </a:cubicBezTo>
                <a:cubicBezTo>
                  <a:pt x="4572" y="6763"/>
                  <a:pt x="5263" y="6617"/>
                  <a:pt x="5791" y="6265"/>
                </a:cubicBezTo>
                <a:cubicBezTo>
                  <a:pt x="6032" y="6105"/>
                  <a:pt x="5982" y="5408"/>
                  <a:pt x="5842" y="5160"/>
                </a:cubicBezTo>
                <a:cubicBezTo>
                  <a:pt x="5699" y="4909"/>
                  <a:pt x="5298" y="4551"/>
                  <a:pt x="5121" y="4327"/>
                </a:cubicBezTo>
                <a:cubicBezTo>
                  <a:pt x="4366" y="3382"/>
                  <a:pt x="4091" y="3079"/>
                  <a:pt x="3765" y="2270"/>
                </a:cubicBezTo>
                <a:cubicBezTo>
                  <a:pt x="3561" y="1774"/>
                  <a:pt x="3465" y="1512"/>
                  <a:pt x="3357" y="1080"/>
                </a:cubicBezTo>
                <a:cubicBezTo>
                  <a:pt x="3285" y="801"/>
                  <a:pt x="3255" y="638"/>
                  <a:pt x="3221" y="424"/>
                </a:cubicBezTo>
                <a:cubicBezTo>
                  <a:pt x="3174" y="129"/>
                  <a:pt x="3097" y="6"/>
                  <a:pt x="2977" y="6"/>
                </a:cubicBezTo>
                <a:cubicBezTo>
                  <a:pt x="2976" y="6"/>
                  <a:pt x="2974" y="6"/>
                  <a:pt x="2973" y="6"/>
                </a:cubicBezTo>
                <a:lnTo>
                  <a:pt x="2973" y="335"/>
                </a:lnTo>
                <a:cubicBezTo>
                  <a:pt x="2976" y="574"/>
                  <a:pt x="2272" y="650"/>
                  <a:pt x="1896" y="650"/>
                </a:cubicBezTo>
                <a:cubicBezTo>
                  <a:pt x="1865" y="650"/>
                  <a:pt x="1836" y="650"/>
                  <a:pt x="1810" y="649"/>
                </a:cubicBezTo>
                <a:cubicBezTo>
                  <a:pt x="1283" y="628"/>
                  <a:pt x="817" y="445"/>
                  <a:pt x="647" y="258"/>
                </a:cubicBezTo>
                <a:lnTo>
                  <a:pt x="647" y="2"/>
                </a:lnTo>
                <a:cubicBezTo>
                  <a:pt x="642" y="1"/>
                  <a:pt x="636" y="0"/>
                  <a:pt x="63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7"/>
          <p:cNvSpPr/>
          <p:nvPr/>
        </p:nvSpPr>
        <p:spPr>
          <a:xfrm flipH="1">
            <a:off x="5386008" y="3673709"/>
            <a:ext cx="396890" cy="204393"/>
          </a:xfrm>
          <a:custGeom>
            <a:rect b="b" l="l" r="r" t="t"/>
            <a:pathLst>
              <a:path extrusionOk="0" h="4570" w="8874">
                <a:moveTo>
                  <a:pt x="857" y="1"/>
                </a:moveTo>
                <a:cubicBezTo>
                  <a:pt x="645" y="1"/>
                  <a:pt x="466" y="992"/>
                  <a:pt x="323" y="1634"/>
                </a:cubicBezTo>
                <a:cubicBezTo>
                  <a:pt x="191" y="2236"/>
                  <a:pt x="0" y="2933"/>
                  <a:pt x="474" y="3263"/>
                </a:cubicBezTo>
                <a:cubicBezTo>
                  <a:pt x="833" y="3510"/>
                  <a:pt x="1609" y="3576"/>
                  <a:pt x="2244" y="3576"/>
                </a:cubicBezTo>
                <a:cubicBezTo>
                  <a:pt x="2448" y="3576"/>
                  <a:pt x="2638" y="3569"/>
                  <a:pt x="2795" y="3559"/>
                </a:cubicBezTo>
                <a:cubicBezTo>
                  <a:pt x="2811" y="3558"/>
                  <a:pt x="2828" y="3558"/>
                  <a:pt x="2844" y="3558"/>
                </a:cubicBezTo>
                <a:cubicBezTo>
                  <a:pt x="3489" y="3558"/>
                  <a:pt x="4474" y="4246"/>
                  <a:pt x="5236" y="4416"/>
                </a:cubicBezTo>
                <a:cubicBezTo>
                  <a:pt x="5716" y="4524"/>
                  <a:pt x="6169" y="4569"/>
                  <a:pt x="6578" y="4569"/>
                </a:cubicBezTo>
                <a:cubicBezTo>
                  <a:pt x="7391" y="4569"/>
                  <a:pt x="8029" y="4390"/>
                  <a:pt x="8357" y="4171"/>
                </a:cubicBezTo>
                <a:cubicBezTo>
                  <a:pt x="8853" y="3841"/>
                  <a:pt x="8874" y="3266"/>
                  <a:pt x="8395" y="3049"/>
                </a:cubicBezTo>
                <a:cubicBezTo>
                  <a:pt x="7629" y="2706"/>
                  <a:pt x="5940" y="2036"/>
                  <a:pt x="5070" y="1601"/>
                </a:cubicBezTo>
                <a:cubicBezTo>
                  <a:pt x="4549" y="1339"/>
                  <a:pt x="4023" y="965"/>
                  <a:pt x="3703" y="614"/>
                </a:cubicBezTo>
                <a:cubicBezTo>
                  <a:pt x="3435" y="329"/>
                  <a:pt x="3339" y="156"/>
                  <a:pt x="3217" y="153"/>
                </a:cubicBezTo>
                <a:lnTo>
                  <a:pt x="3203" y="512"/>
                </a:lnTo>
                <a:cubicBezTo>
                  <a:pt x="2988" y="621"/>
                  <a:pt x="2670" y="671"/>
                  <a:pt x="2336" y="671"/>
                </a:cubicBezTo>
                <a:cubicBezTo>
                  <a:pt x="1721" y="671"/>
                  <a:pt x="1052" y="502"/>
                  <a:pt x="871" y="227"/>
                </a:cubicBezTo>
                <a:lnTo>
                  <a:pt x="871" y="2"/>
                </a:lnTo>
                <a:cubicBezTo>
                  <a:pt x="866" y="1"/>
                  <a:pt x="862" y="1"/>
                  <a:pt x="85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7"/>
          <p:cNvSpPr/>
          <p:nvPr/>
        </p:nvSpPr>
        <p:spPr>
          <a:xfrm flipH="1">
            <a:off x="5740409" y="2556650"/>
            <a:ext cx="144820" cy="488442"/>
          </a:xfrm>
          <a:custGeom>
            <a:rect b="b" l="l" r="r" t="t"/>
            <a:pathLst>
              <a:path extrusionOk="0" h="10921" w="3238">
                <a:moveTo>
                  <a:pt x="3237" y="0"/>
                </a:moveTo>
                <a:lnTo>
                  <a:pt x="3237" y="0"/>
                </a:lnTo>
                <a:cubicBezTo>
                  <a:pt x="1857" y="1333"/>
                  <a:pt x="0" y="1857"/>
                  <a:pt x="0" y="1857"/>
                </a:cubicBezTo>
                <a:lnTo>
                  <a:pt x="1653" y="10920"/>
                </a:lnTo>
                <a:lnTo>
                  <a:pt x="755" y="2258"/>
                </a:lnTo>
                <a:cubicBezTo>
                  <a:pt x="2611" y="1170"/>
                  <a:pt x="3237" y="1"/>
                  <a:pt x="32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7"/>
          <p:cNvSpPr/>
          <p:nvPr/>
        </p:nvSpPr>
        <p:spPr>
          <a:xfrm flipH="1">
            <a:off x="5643847" y="1629987"/>
            <a:ext cx="484998" cy="819943"/>
          </a:xfrm>
          <a:custGeom>
            <a:rect b="b" l="l" r="r" t="t"/>
            <a:pathLst>
              <a:path extrusionOk="0" h="18333" w="10844">
                <a:moveTo>
                  <a:pt x="6852" y="1"/>
                </a:moveTo>
                <a:lnTo>
                  <a:pt x="3456" y="99"/>
                </a:lnTo>
                <a:cubicBezTo>
                  <a:pt x="2667" y="290"/>
                  <a:pt x="1072" y="551"/>
                  <a:pt x="715" y="2125"/>
                </a:cubicBezTo>
                <a:cubicBezTo>
                  <a:pt x="286" y="4019"/>
                  <a:pt x="147" y="8137"/>
                  <a:pt x="147" y="8137"/>
                </a:cubicBezTo>
                <a:lnTo>
                  <a:pt x="1" y="17302"/>
                </a:lnTo>
                <a:cubicBezTo>
                  <a:pt x="797" y="17883"/>
                  <a:pt x="2655" y="18332"/>
                  <a:pt x="4736" y="18332"/>
                </a:cubicBezTo>
                <a:cubicBezTo>
                  <a:pt x="6832" y="18332"/>
                  <a:pt x="9154" y="17877"/>
                  <a:pt x="10843" y="16643"/>
                </a:cubicBezTo>
                <a:cubicBezTo>
                  <a:pt x="10843" y="16643"/>
                  <a:pt x="10432" y="5638"/>
                  <a:pt x="10432" y="3925"/>
                </a:cubicBezTo>
                <a:cubicBezTo>
                  <a:pt x="10432" y="2211"/>
                  <a:pt x="9480" y="154"/>
                  <a:pt x="6852" y="1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7"/>
          <p:cNvSpPr/>
          <p:nvPr/>
        </p:nvSpPr>
        <p:spPr>
          <a:xfrm flipH="1">
            <a:off x="5632309" y="1611873"/>
            <a:ext cx="191781" cy="868336"/>
          </a:xfrm>
          <a:custGeom>
            <a:rect b="b" l="l" r="r" t="t"/>
            <a:pathLst>
              <a:path extrusionOk="0" h="19415" w="4288">
                <a:moveTo>
                  <a:pt x="3" y="1"/>
                </a:moveTo>
                <a:lnTo>
                  <a:pt x="0" y="229"/>
                </a:lnTo>
                <a:cubicBezTo>
                  <a:pt x="0" y="229"/>
                  <a:pt x="1183" y="1164"/>
                  <a:pt x="1503" y="2551"/>
                </a:cubicBezTo>
                <a:cubicBezTo>
                  <a:pt x="1823" y="3938"/>
                  <a:pt x="1874" y="19414"/>
                  <a:pt x="1874" y="19414"/>
                </a:cubicBezTo>
                <a:cubicBezTo>
                  <a:pt x="1874" y="19414"/>
                  <a:pt x="3516" y="19111"/>
                  <a:pt x="4287" y="18507"/>
                </a:cubicBezTo>
                <a:cubicBezTo>
                  <a:pt x="4287" y="18507"/>
                  <a:pt x="4189" y="6288"/>
                  <a:pt x="4029" y="4268"/>
                </a:cubicBezTo>
                <a:cubicBezTo>
                  <a:pt x="3794" y="1205"/>
                  <a:pt x="3818" y="324"/>
                  <a:pt x="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7"/>
          <p:cNvSpPr/>
          <p:nvPr/>
        </p:nvSpPr>
        <p:spPr>
          <a:xfrm flipH="1">
            <a:off x="5898243" y="1611873"/>
            <a:ext cx="277250" cy="872898"/>
          </a:xfrm>
          <a:custGeom>
            <a:rect b="b" l="l" r="r" t="t"/>
            <a:pathLst>
              <a:path extrusionOk="0" h="19517" w="6199">
                <a:moveTo>
                  <a:pt x="3808" y="1"/>
                </a:moveTo>
                <a:cubicBezTo>
                  <a:pt x="3808" y="1"/>
                  <a:pt x="3808" y="1"/>
                  <a:pt x="3808" y="1"/>
                </a:cubicBezTo>
                <a:cubicBezTo>
                  <a:pt x="3808" y="1"/>
                  <a:pt x="2363" y="304"/>
                  <a:pt x="1201" y="773"/>
                </a:cubicBezTo>
                <a:cubicBezTo>
                  <a:pt x="562" y="1028"/>
                  <a:pt x="96" y="3605"/>
                  <a:pt x="44" y="5598"/>
                </a:cubicBezTo>
                <a:cubicBezTo>
                  <a:pt x="0" y="7338"/>
                  <a:pt x="276" y="18575"/>
                  <a:pt x="276" y="18575"/>
                </a:cubicBezTo>
                <a:cubicBezTo>
                  <a:pt x="1567" y="19347"/>
                  <a:pt x="3280" y="19516"/>
                  <a:pt x="4532" y="19516"/>
                </a:cubicBezTo>
                <a:cubicBezTo>
                  <a:pt x="5504" y="19516"/>
                  <a:pt x="6198" y="19414"/>
                  <a:pt x="6198" y="19414"/>
                </a:cubicBezTo>
                <a:cubicBezTo>
                  <a:pt x="6198" y="19414"/>
                  <a:pt x="6042" y="11343"/>
                  <a:pt x="6021" y="6709"/>
                </a:cubicBezTo>
                <a:cubicBezTo>
                  <a:pt x="5998" y="1354"/>
                  <a:pt x="3814" y="1"/>
                  <a:pt x="380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7"/>
          <p:cNvSpPr/>
          <p:nvPr/>
        </p:nvSpPr>
        <p:spPr>
          <a:xfrm flipH="1">
            <a:off x="6104157" y="1678782"/>
            <a:ext cx="824461" cy="466169"/>
          </a:xfrm>
          <a:custGeom>
            <a:rect b="b" l="l" r="r" t="t"/>
            <a:pathLst>
              <a:path extrusionOk="0" h="10423" w="18434">
                <a:moveTo>
                  <a:pt x="4188" y="1"/>
                </a:moveTo>
                <a:cubicBezTo>
                  <a:pt x="4055" y="1"/>
                  <a:pt x="3918" y="115"/>
                  <a:pt x="3876" y="253"/>
                </a:cubicBezTo>
                <a:cubicBezTo>
                  <a:pt x="3825" y="427"/>
                  <a:pt x="3883" y="617"/>
                  <a:pt x="3941" y="790"/>
                </a:cubicBezTo>
                <a:cubicBezTo>
                  <a:pt x="4015" y="1018"/>
                  <a:pt x="4247" y="1337"/>
                  <a:pt x="3924" y="1389"/>
                </a:cubicBezTo>
                <a:cubicBezTo>
                  <a:pt x="3884" y="1395"/>
                  <a:pt x="3843" y="1398"/>
                  <a:pt x="3803" y="1398"/>
                </a:cubicBezTo>
                <a:cubicBezTo>
                  <a:pt x="3567" y="1398"/>
                  <a:pt x="3324" y="1298"/>
                  <a:pt x="3117" y="1208"/>
                </a:cubicBezTo>
                <a:cubicBezTo>
                  <a:pt x="2703" y="1031"/>
                  <a:pt x="2298" y="835"/>
                  <a:pt x="1901" y="623"/>
                </a:cubicBezTo>
                <a:cubicBezTo>
                  <a:pt x="1642" y="488"/>
                  <a:pt x="1377" y="338"/>
                  <a:pt x="1088" y="334"/>
                </a:cubicBezTo>
                <a:cubicBezTo>
                  <a:pt x="1084" y="334"/>
                  <a:pt x="1080" y="334"/>
                  <a:pt x="1075" y="334"/>
                </a:cubicBezTo>
                <a:cubicBezTo>
                  <a:pt x="655" y="334"/>
                  <a:pt x="274" y="655"/>
                  <a:pt x="139" y="1052"/>
                </a:cubicBezTo>
                <a:cubicBezTo>
                  <a:pt x="0" y="1453"/>
                  <a:pt x="85" y="1905"/>
                  <a:pt x="289" y="2279"/>
                </a:cubicBezTo>
                <a:cubicBezTo>
                  <a:pt x="493" y="2650"/>
                  <a:pt x="806" y="2949"/>
                  <a:pt x="1143" y="3211"/>
                </a:cubicBezTo>
                <a:cubicBezTo>
                  <a:pt x="1870" y="3772"/>
                  <a:pt x="2832" y="4030"/>
                  <a:pt x="3713" y="4265"/>
                </a:cubicBezTo>
                <a:cubicBezTo>
                  <a:pt x="4137" y="4377"/>
                  <a:pt x="4423" y="4510"/>
                  <a:pt x="4953" y="4842"/>
                </a:cubicBezTo>
                <a:cubicBezTo>
                  <a:pt x="5657" y="5335"/>
                  <a:pt x="9312" y="8450"/>
                  <a:pt x="11063" y="9732"/>
                </a:cubicBezTo>
                <a:cubicBezTo>
                  <a:pt x="11731" y="10221"/>
                  <a:pt x="12198" y="10423"/>
                  <a:pt x="12583" y="10423"/>
                </a:cubicBezTo>
                <a:cubicBezTo>
                  <a:pt x="13111" y="10423"/>
                  <a:pt x="13486" y="10043"/>
                  <a:pt x="14021" y="9500"/>
                </a:cubicBezTo>
                <a:cubicBezTo>
                  <a:pt x="14945" y="8562"/>
                  <a:pt x="18434" y="4155"/>
                  <a:pt x="18434" y="4155"/>
                </a:cubicBezTo>
                <a:lnTo>
                  <a:pt x="15622" y="2208"/>
                </a:lnTo>
                <a:cubicBezTo>
                  <a:pt x="14599" y="3951"/>
                  <a:pt x="12375" y="7467"/>
                  <a:pt x="12375" y="7467"/>
                </a:cubicBezTo>
                <a:cubicBezTo>
                  <a:pt x="12179" y="7314"/>
                  <a:pt x="7503" y="4387"/>
                  <a:pt x="6450" y="3082"/>
                </a:cubicBezTo>
                <a:cubicBezTo>
                  <a:pt x="6202" y="2568"/>
                  <a:pt x="6008" y="2140"/>
                  <a:pt x="5657" y="1681"/>
                </a:cubicBezTo>
                <a:cubicBezTo>
                  <a:pt x="5253" y="1154"/>
                  <a:pt x="4838" y="637"/>
                  <a:pt x="4410" y="134"/>
                </a:cubicBezTo>
                <a:cubicBezTo>
                  <a:pt x="4376" y="96"/>
                  <a:pt x="4341" y="55"/>
                  <a:pt x="4301" y="32"/>
                </a:cubicBezTo>
                <a:cubicBezTo>
                  <a:pt x="4265" y="10"/>
                  <a:pt x="4227" y="1"/>
                  <a:pt x="4188" y="1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7"/>
          <p:cNvSpPr/>
          <p:nvPr/>
        </p:nvSpPr>
        <p:spPr>
          <a:xfrm flipH="1">
            <a:off x="6046193" y="1635801"/>
            <a:ext cx="633217" cy="519034"/>
          </a:xfrm>
          <a:custGeom>
            <a:rect b="b" l="l" r="r" t="t"/>
            <a:pathLst>
              <a:path extrusionOk="0" h="11605" w="14158">
                <a:moveTo>
                  <a:pt x="13117" y="0"/>
                </a:moveTo>
                <a:lnTo>
                  <a:pt x="13117" y="0"/>
                </a:lnTo>
                <a:cubicBezTo>
                  <a:pt x="10737" y="694"/>
                  <a:pt x="10897" y="1537"/>
                  <a:pt x="9316" y="4063"/>
                </a:cubicBezTo>
                <a:cubicBezTo>
                  <a:pt x="7732" y="6589"/>
                  <a:pt x="6674" y="7735"/>
                  <a:pt x="6674" y="7735"/>
                </a:cubicBezTo>
                <a:lnTo>
                  <a:pt x="1622" y="4553"/>
                </a:lnTo>
                <a:cubicBezTo>
                  <a:pt x="1622" y="4553"/>
                  <a:pt x="569" y="5232"/>
                  <a:pt x="1" y="6626"/>
                </a:cubicBezTo>
                <a:cubicBezTo>
                  <a:pt x="1" y="6626"/>
                  <a:pt x="5080" y="10563"/>
                  <a:pt x="5787" y="11005"/>
                </a:cubicBezTo>
                <a:cubicBezTo>
                  <a:pt x="6367" y="11370"/>
                  <a:pt x="6785" y="11604"/>
                  <a:pt x="7194" y="11604"/>
                </a:cubicBezTo>
                <a:cubicBezTo>
                  <a:pt x="7494" y="11604"/>
                  <a:pt x="7790" y="11477"/>
                  <a:pt x="8140" y="11182"/>
                </a:cubicBezTo>
                <a:cubicBezTo>
                  <a:pt x="8969" y="10481"/>
                  <a:pt x="12311" y="6806"/>
                  <a:pt x="12311" y="6806"/>
                </a:cubicBezTo>
                <a:cubicBezTo>
                  <a:pt x="13838" y="5263"/>
                  <a:pt x="14157" y="1139"/>
                  <a:pt x="13117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7"/>
          <p:cNvSpPr/>
          <p:nvPr/>
        </p:nvSpPr>
        <p:spPr>
          <a:xfrm flipH="1">
            <a:off x="6065693" y="1635801"/>
            <a:ext cx="613716" cy="518989"/>
          </a:xfrm>
          <a:custGeom>
            <a:rect b="b" l="l" r="r" t="t"/>
            <a:pathLst>
              <a:path extrusionOk="0" h="11604" w="13722">
                <a:moveTo>
                  <a:pt x="13117" y="0"/>
                </a:moveTo>
                <a:cubicBezTo>
                  <a:pt x="10737" y="694"/>
                  <a:pt x="10897" y="1537"/>
                  <a:pt x="9316" y="4063"/>
                </a:cubicBezTo>
                <a:cubicBezTo>
                  <a:pt x="7732" y="6589"/>
                  <a:pt x="6674" y="7735"/>
                  <a:pt x="6674" y="7735"/>
                </a:cubicBezTo>
                <a:lnTo>
                  <a:pt x="1622" y="4553"/>
                </a:lnTo>
                <a:cubicBezTo>
                  <a:pt x="1622" y="4553"/>
                  <a:pt x="1571" y="4586"/>
                  <a:pt x="1486" y="4651"/>
                </a:cubicBezTo>
                <a:cubicBezTo>
                  <a:pt x="1207" y="4865"/>
                  <a:pt x="558" y="5436"/>
                  <a:pt x="112" y="6375"/>
                </a:cubicBezTo>
                <a:cubicBezTo>
                  <a:pt x="75" y="6456"/>
                  <a:pt x="38" y="6538"/>
                  <a:pt x="1" y="6626"/>
                </a:cubicBezTo>
                <a:cubicBezTo>
                  <a:pt x="1" y="6626"/>
                  <a:pt x="5080" y="10563"/>
                  <a:pt x="5787" y="11005"/>
                </a:cubicBezTo>
                <a:cubicBezTo>
                  <a:pt x="6368" y="11369"/>
                  <a:pt x="6786" y="11603"/>
                  <a:pt x="7194" y="11603"/>
                </a:cubicBezTo>
                <a:cubicBezTo>
                  <a:pt x="7494" y="11603"/>
                  <a:pt x="7790" y="11478"/>
                  <a:pt x="8140" y="11182"/>
                </a:cubicBezTo>
                <a:cubicBezTo>
                  <a:pt x="8969" y="10481"/>
                  <a:pt x="12311" y="6806"/>
                  <a:pt x="12311" y="6806"/>
                </a:cubicBezTo>
                <a:cubicBezTo>
                  <a:pt x="13239" y="5865"/>
                  <a:pt x="13722" y="3968"/>
                  <a:pt x="13722" y="2370"/>
                </a:cubicBezTo>
                <a:cubicBezTo>
                  <a:pt x="13722" y="1347"/>
                  <a:pt x="13522" y="445"/>
                  <a:pt x="131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7"/>
          <p:cNvSpPr/>
          <p:nvPr/>
        </p:nvSpPr>
        <p:spPr>
          <a:xfrm flipH="1">
            <a:off x="5934739" y="1742963"/>
            <a:ext cx="81400" cy="269826"/>
          </a:xfrm>
          <a:custGeom>
            <a:rect b="b" l="l" r="r" t="t"/>
            <a:pathLst>
              <a:path extrusionOk="0" h="6033" w="1820">
                <a:moveTo>
                  <a:pt x="1" y="1"/>
                </a:moveTo>
                <a:lnTo>
                  <a:pt x="785" y="1320"/>
                </a:lnTo>
                <a:lnTo>
                  <a:pt x="228" y="2656"/>
                </a:lnTo>
                <a:lnTo>
                  <a:pt x="1819" y="6032"/>
                </a:lnTo>
                <a:lnTo>
                  <a:pt x="500" y="2656"/>
                </a:lnTo>
                <a:lnTo>
                  <a:pt x="1003" y="1242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7"/>
          <p:cNvSpPr/>
          <p:nvPr/>
        </p:nvSpPr>
        <p:spPr>
          <a:xfrm flipH="1">
            <a:off x="5670638" y="1725028"/>
            <a:ext cx="54162" cy="278145"/>
          </a:xfrm>
          <a:custGeom>
            <a:rect b="b" l="l" r="r" t="t"/>
            <a:pathLst>
              <a:path extrusionOk="0" h="6219" w="1211">
                <a:moveTo>
                  <a:pt x="558" y="0"/>
                </a:moveTo>
                <a:lnTo>
                  <a:pt x="137" y="1401"/>
                </a:lnTo>
                <a:lnTo>
                  <a:pt x="935" y="2459"/>
                </a:lnTo>
                <a:lnTo>
                  <a:pt x="0" y="6219"/>
                </a:lnTo>
                <a:lnTo>
                  <a:pt x="1210" y="2415"/>
                </a:lnTo>
                <a:lnTo>
                  <a:pt x="341" y="1286"/>
                </a:lnTo>
                <a:lnTo>
                  <a:pt x="55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7"/>
          <p:cNvSpPr/>
          <p:nvPr/>
        </p:nvSpPr>
        <p:spPr>
          <a:xfrm flipH="1">
            <a:off x="5663169" y="1150084"/>
            <a:ext cx="285793" cy="285614"/>
          </a:xfrm>
          <a:custGeom>
            <a:rect b="b" l="l" r="r" t="t"/>
            <a:pathLst>
              <a:path extrusionOk="0" h="6386" w="6390">
                <a:moveTo>
                  <a:pt x="3194" y="1"/>
                </a:moveTo>
                <a:cubicBezTo>
                  <a:pt x="1433" y="1"/>
                  <a:pt x="1" y="1429"/>
                  <a:pt x="1" y="3194"/>
                </a:cubicBezTo>
                <a:cubicBezTo>
                  <a:pt x="1" y="4958"/>
                  <a:pt x="1433" y="6386"/>
                  <a:pt x="3194" y="6386"/>
                </a:cubicBezTo>
                <a:cubicBezTo>
                  <a:pt x="4958" y="6386"/>
                  <a:pt x="6390" y="4958"/>
                  <a:pt x="6390" y="3194"/>
                </a:cubicBezTo>
                <a:cubicBezTo>
                  <a:pt x="6390" y="1429"/>
                  <a:pt x="4958" y="1"/>
                  <a:pt x="319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7"/>
          <p:cNvSpPr/>
          <p:nvPr/>
        </p:nvSpPr>
        <p:spPr>
          <a:xfrm flipH="1">
            <a:off x="5992076" y="1394463"/>
            <a:ext cx="60871" cy="149516"/>
          </a:xfrm>
          <a:custGeom>
            <a:rect b="b" l="l" r="r" t="t"/>
            <a:pathLst>
              <a:path extrusionOk="0" h="3343" w="1361">
                <a:moveTo>
                  <a:pt x="0" y="1"/>
                </a:moveTo>
                <a:lnTo>
                  <a:pt x="0" y="1"/>
                </a:lnTo>
                <a:cubicBezTo>
                  <a:pt x="0" y="1"/>
                  <a:pt x="518" y="2431"/>
                  <a:pt x="725" y="2829"/>
                </a:cubicBezTo>
                <a:cubicBezTo>
                  <a:pt x="932" y="3230"/>
                  <a:pt x="1360" y="3343"/>
                  <a:pt x="1360" y="3343"/>
                </a:cubicBezTo>
                <a:lnTo>
                  <a:pt x="1326" y="1632"/>
                </a:lnTo>
                <a:lnTo>
                  <a:pt x="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7"/>
          <p:cNvSpPr/>
          <p:nvPr/>
        </p:nvSpPr>
        <p:spPr>
          <a:xfrm flipH="1">
            <a:off x="6009251" y="1238238"/>
            <a:ext cx="78045" cy="161323"/>
          </a:xfrm>
          <a:custGeom>
            <a:rect b="b" l="l" r="r" t="t"/>
            <a:pathLst>
              <a:path extrusionOk="0" h="3607" w="1745">
                <a:moveTo>
                  <a:pt x="1287" y="0"/>
                </a:moveTo>
                <a:cubicBezTo>
                  <a:pt x="1096" y="0"/>
                  <a:pt x="731" y="47"/>
                  <a:pt x="426" y="359"/>
                </a:cubicBezTo>
                <a:cubicBezTo>
                  <a:pt x="0" y="794"/>
                  <a:pt x="238" y="2158"/>
                  <a:pt x="768" y="3494"/>
                </a:cubicBezTo>
                <a:lnTo>
                  <a:pt x="1744" y="3606"/>
                </a:lnTo>
                <a:lnTo>
                  <a:pt x="1744" y="3606"/>
                </a:lnTo>
                <a:lnTo>
                  <a:pt x="1418" y="9"/>
                </a:lnTo>
                <a:cubicBezTo>
                  <a:pt x="1418" y="9"/>
                  <a:pt x="1368" y="0"/>
                  <a:pt x="12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7"/>
          <p:cNvSpPr/>
          <p:nvPr/>
        </p:nvSpPr>
        <p:spPr>
          <a:xfrm flipH="1">
            <a:off x="5679001" y="1171552"/>
            <a:ext cx="430657" cy="559107"/>
          </a:xfrm>
          <a:custGeom>
            <a:rect b="b" l="l" r="r" t="t"/>
            <a:pathLst>
              <a:path extrusionOk="0" h="12501" w="9629">
                <a:moveTo>
                  <a:pt x="6227" y="0"/>
                </a:moveTo>
                <a:cubicBezTo>
                  <a:pt x="5320" y="0"/>
                  <a:pt x="4384" y="270"/>
                  <a:pt x="3679" y="715"/>
                </a:cubicBezTo>
                <a:cubicBezTo>
                  <a:pt x="1830" y="1877"/>
                  <a:pt x="2533" y="5097"/>
                  <a:pt x="2533" y="5097"/>
                </a:cubicBezTo>
                <a:cubicBezTo>
                  <a:pt x="2508" y="5112"/>
                  <a:pt x="2482" y="5119"/>
                  <a:pt x="2455" y="5119"/>
                </a:cubicBezTo>
                <a:cubicBezTo>
                  <a:pt x="2269" y="5119"/>
                  <a:pt x="2030" y="4806"/>
                  <a:pt x="1819" y="4587"/>
                </a:cubicBezTo>
                <a:cubicBezTo>
                  <a:pt x="1692" y="4453"/>
                  <a:pt x="1415" y="4294"/>
                  <a:pt x="1123" y="4294"/>
                </a:cubicBezTo>
                <a:cubicBezTo>
                  <a:pt x="860" y="4294"/>
                  <a:pt x="585" y="4423"/>
                  <a:pt x="398" y="4815"/>
                </a:cubicBezTo>
                <a:cubicBezTo>
                  <a:pt x="0" y="5658"/>
                  <a:pt x="745" y="6773"/>
                  <a:pt x="1364" y="6966"/>
                </a:cubicBezTo>
                <a:cubicBezTo>
                  <a:pt x="1573" y="7032"/>
                  <a:pt x="1748" y="7058"/>
                  <a:pt x="1893" y="7058"/>
                </a:cubicBezTo>
                <a:cubicBezTo>
                  <a:pt x="2489" y="7058"/>
                  <a:pt x="2594" y="6616"/>
                  <a:pt x="2594" y="6616"/>
                </a:cubicBezTo>
                <a:lnTo>
                  <a:pt x="2673" y="10584"/>
                </a:lnTo>
                <a:cubicBezTo>
                  <a:pt x="3362" y="11471"/>
                  <a:pt x="4857" y="12500"/>
                  <a:pt x="5776" y="12500"/>
                </a:cubicBezTo>
                <a:cubicBezTo>
                  <a:pt x="5840" y="12500"/>
                  <a:pt x="5902" y="12495"/>
                  <a:pt x="5960" y="12485"/>
                </a:cubicBezTo>
                <a:cubicBezTo>
                  <a:pt x="6674" y="12359"/>
                  <a:pt x="6831" y="11156"/>
                  <a:pt x="6148" y="10367"/>
                </a:cubicBezTo>
                <a:lnTo>
                  <a:pt x="6144" y="9193"/>
                </a:lnTo>
                <a:lnTo>
                  <a:pt x="6144" y="9193"/>
                </a:lnTo>
                <a:cubicBezTo>
                  <a:pt x="6144" y="9193"/>
                  <a:pt x="6770" y="9288"/>
                  <a:pt x="7261" y="9288"/>
                </a:cubicBezTo>
                <a:cubicBezTo>
                  <a:pt x="7381" y="9288"/>
                  <a:pt x="7493" y="9282"/>
                  <a:pt x="7585" y="9268"/>
                </a:cubicBezTo>
                <a:cubicBezTo>
                  <a:pt x="8371" y="9146"/>
                  <a:pt x="8864" y="8527"/>
                  <a:pt x="9101" y="7677"/>
                </a:cubicBezTo>
                <a:cubicBezTo>
                  <a:pt x="9482" y="6310"/>
                  <a:pt x="9628" y="5209"/>
                  <a:pt x="9305" y="2527"/>
                </a:cubicBezTo>
                <a:cubicBezTo>
                  <a:pt x="9085" y="707"/>
                  <a:pt x="7693" y="0"/>
                  <a:pt x="6227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7"/>
          <p:cNvSpPr/>
          <p:nvPr/>
        </p:nvSpPr>
        <p:spPr>
          <a:xfrm flipH="1">
            <a:off x="5663169" y="1129645"/>
            <a:ext cx="380207" cy="284630"/>
          </a:xfrm>
          <a:custGeom>
            <a:rect b="b" l="l" r="r" t="t"/>
            <a:pathLst>
              <a:path extrusionOk="0" h="6364" w="8501">
                <a:moveTo>
                  <a:pt x="2986" y="1"/>
                </a:moveTo>
                <a:cubicBezTo>
                  <a:pt x="1575" y="1"/>
                  <a:pt x="1057" y="510"/>
                  <a:pt x="667" y="938"/>
                </a:cubicBezTo>
                <a:cubicBezTo>
                  <a:pt x="18" y="1652"/>
                  <a:pt x="436" y="2437"/>
                  <a:pt x="436" y="2437"/>
                </a:cubicBezTo>
                <a:cubicBezTo>
                  <a:pt x="436" y="2437"/>
                  <a:pt x="1" y="5214"/>
                  <a:pt x="337" y="5524"/>
                </a:cubicBezTo>
                <a:cubicBezTo>
                  <a:pt x="582" y="5744"/>
                  <a:pt x="956" y="6364"/>
                  <a:pt x="1055" y="6364"/>
                </a:cubicBezTo>
                <a:cubicBezTo>
                  <a:pt x="1385" y="6356"/>
                  <a:pt x="1527" y="4925"/>
                  <a:pt x="1697" y="4086"/>
                </a:cubicBezTo>
                <a:cubicBezTo>
                  <a:pt x="1883" y="3180"/>
                  <a:pt x="1960" y="2817"/>
                  <a:pt x="2272" y="2817"/>
                </a:cubicBezTo>
                <a:cubicBezTo>
                  <a:pt x="2291" y="2817"/>
                  <a:pt x="2312" y="2818"/>
                  <a:pt x="2333" y="2821"/>
                </a:cubicBezTo>
                <a:cubicBezTo>
                  <a:pt x="2522" y="2848"/>
                  <a:pt x="3571" y="2947"/>
                  <a:pt x="4611" y="2947"/>
                </a:cubicBezTo>
                <a:cubicBezTo>
                  <a:pt x="5026" y="2947"/>
                  <a:pt x="5440" y="2931"/>
                  <a:pt x="5797" y="2889"/>
                </a:cubicBezTo>
                <a:cubicBezTo>
                  <a:pt x="7048" y="2736"/>
                  <a:pt x="7525" y="2430"/>
                  <a:pt x="7525" y="2430"/>
                </a:cubicBezTo>
                <a:cubicBezTo>
                  <a:pt x="8341" y="1784"/>
                  <a:pt x="8501" y="873"/>
                  <a:pt x="8303" y="53"/>
                </a:cubicBezTo>
                <a:lnTo>
                  <a:pt x="8303" y="53"/>
                </a:lnTo>
                <a:cubicBezTo>
                  <a:pt x="7799" y="301"/>
                  <a:pt x="7250" y="385"/>
                  <a:pt x="6680" y="385"/>
                </a:cubicBezTo>
                <a:cubicBezTo>
                  <a:pt x="5762" y="385"/>
                  <a:pt x="4791" y="166"/>
                  <a:pt x="3870" y="57"/>
                </a:cubicBezTo>
                <a:cubicBezTo>
                  <a:pt x="3541" y="18"/>
                  <a:pt x="3248" y="1"/>
                  <a:pt x="29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7"/>
          <p:cNvSpPr/>
          <p:nvPr/>
        </p:nvSpPr>
        <p:spPr>
          <a:xfrm flipH="1">
            <a:off x="6016228" y="1203263"/>
            <a:ext cx="60468" cy="45128"/>
          </a:xfrm>
          <a:custGeom>
            <a:rect b="b" l="l" r="r" t="t"/>
            <a:pathLst>
              <a:path extrusionOk="0" h="1009" w="1352">
                <a:moveTo>
                  <a:pt x="592" y="1"/>
                </a:moveTo>
                <a:cubicBezTo>
                  <a:pt x="351" y="1"/>
                  <a:pt x="118" y="136"/>
                  <a:pt x="1" y="373"/>
                </a:cubicBezTo>
                <a:lnTo>
                  <a:pt x="1181" y="1008"/>
                </a:lnTo>
                <a:cubicBezTo>
                  <a:pt x="1351" y="668"/>
                  <a:pt x="1222" y="254"/>
                  <a:pt x="895" y="77"/>
                </a:cubicBezTo>
                <a:cubicBezTo>
                  <a:pt x="798" y="25"/>
                  <a:pt x="694" y="1"/>
                  <a:pt x="5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7"/>
          <p:cNvSpPr/>
          <p:nvPr/>
        </p:nvSpPr>
        <p:spPr>
          <a:xfrm flipH="1">
            <a:off x="5834868" y="1514909"/>
            <a:ext cx="143701" cy="88690"/>
          </a:xfrm>
          <a:custGeom>
            <a:rect b="b" l="l" r="r" t="t"/>
            <a:pathLst>
              <a:path extrusionOk="0" h="1983" w="3213">
                <a:moveTo>
                  <a:pt x="0" y="0"/>
                </a:moveTo>
                <a:cubicBezTo>
                  <a:pt x="0" y="0"/>
                  <a:pt x="116" y="521"/>
                  <a:pt x="483" y="990"/>
                </a:cubicBezTo>
                <a:cubicBezTo>
                  <a:pt x="932" y="1561"/>
                  <a:pt x="3213" y="1982"/>
                  <a:pt x="3213" y="1982"/>
                </a:cubicBezTo>
                <a:lnTo>
                  <a:pt x="3213" y="1516"/>
                </a:lnTo>
                <a:cubicBezTo>
                  <a:pt x="3213" y="1516"/>
                  <a:pt x="1462" y="1163"/>
                  <a:pt x="850" y="837"/>
                </a:cubicBezTo>
                <a:cubicBezTo>
                  <a:pt x="438" y="619"/>
                  <a:pt x="102" y="242"/>
                  <a:pt x="0" y="0"/>
                </a:cubicBez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7"/>
          <p:cNvSpPr/>
          <p:nvPr/>
        </p:nvSpPr>
        <p:spPr>
          <a:xfrm flipH="1">
            <a:off x="5853697" y="1363424"/>
            <a:ext cx="31397" cy="32783"/>
          </a:xfrm>
          <a:custGeom>
            <a:rect b="b" l="l" r="r" t="t"/>
            <a:pathLst>
              <a:path extrusionOk="0" h="733" w="702">
                <a:moveTo>
                  <a:pt x="351" y="1"/>
                </a:moveTo>
                <a:cubicBezTo>
                  <a:pt x="157" y="1"/>
                  <a:pt x="1" y="164"/>
                  <a:pt x="1" y="365"/>
                </a:cubicBezTo>
                <a:cubicBezTo>
                  <a:pt x="1" y="569"/>
                  <a:pt x="157" y="732"/>
                  <a:pt x="351" y="732"/>
                </a:cubicBezTo>
                <a:cubicBezTo>
                  <a:pt x="545" y="732"/>
                  <a:pt x="702" y="569"/>
                  <a:pt x="702" y="368"/>
                </a:cubicBezTo>
                <a:cubicBezTo>
                  <a:pt x="702" y="167"/>
                  <a:pt x="545" y="1"/>
                  <a:pt x="351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7"/>
          <p:cNvSpPr/>
          <p:nvPr/>
        </p:nvSpPr>
        <p:spPr>
          <a:xfrm flipH="1">
            <a:off x="5870245" y="1309977"/>
            <a:ext cx="38732" cy="29161"/>
          </a:xfrm>
          <a:custGeom>
            <a:rect b="b" l="l" r="r" t="t"/>
            <a:pathLst>
              <a:path extrusionOk="0" h="652" w="866">
                <a:moveTo>
                  <a:pt x="487" y="1"/>
                </a:moveTo>
                <a:cubicBezTo>
                  <a:pt x="419" y="1"/>
                  <a:pt x="350" y="18"/>
                  <a:pt x="287" y="54"/>
                </a:cubicBezTo>
                <a:cubicBezTo>
                  <a:pt x="79" y="169"/>
                  <a:pt x="1" y="435"/>
                  <a:pt x="114" y="652"/>
                </a:cubicBezTo>
                <a:lnTo>
                  <a:pt x="865" y="237"/>
                </a:lnTo>
                <a:cubicBezTo>
                  <a:pt x="787" y="86"/>
                  <a:pt x="639" y="1"/>
                  <a:pt x="48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7"/>
          <p:cNvSpPr/>
          <p:nvPr/>
        </p:nvSpPr>
        <p:spPr>
          <a:xfrm flipH="1">
            <a:off x="5806110" y="1488431"/>
            <a:ext cx="39403" cy="26522"/>
          </a:xfrm>
          <a:custGeom>
            <a:rect b="b" l="l" r="r" t="t"/>
            <a:pathLst>
              <a:path extrusionOk="0" h="593" w="881">
                <a:moveTo>
                  <a:pt x="82" y="1"/>
                </a:moveTo>
                <a:lnTo>
                  <a:pt x="82" y="1"/>
                </a:lnTo>
                <a:cubicBezTo>
                  <a:pt x="0" y="228"/>
                  <a:pt x="115" y="484"/>
                  <a:pt x="336" y="565"/>
                </a:cubicBezTo>
                <a:cubicBezTo>
                  <a:pt x="385" y="584"/>
                  <a:pt x="434" y="593"/>
                  <a:pt x="483" y="593"/>
                </a:cubicBezTo>
                <a:cubicBezTo>
                  <a:pt x="657" y="593"/>
                  <a:pt x="819" y="480"/>
                  <a:pt x="881" y="300"/>
                </a:cubicBezTo>
                <a:lnTo>
                  <a:pt x="82" y="1"/>
                </a:ln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7"/>
          <p:cNvSpPr/>
          <p:nvPr/>
        </p:nvSpPr>
        <p:spPr>
          <a:xfrm flipH="1">
            <a:off x="5707268" y="1302061"/>
            <a:ext cx="36988" cy="31621"/>
          </a:xfrm>
          <a:custGeom>
            <a:rect b="b" l="l" r="r" t="t"/>
            <a:pathLst>
              <a:path extrusionOk="0" h="707" w="827">
                <a:moveTo>
                  <a:pt x="343" y="0"/>
                </a:moveTo>
                <a:cubicBezTo>
                  <a:pt x="212" y="0"/>
                  <a:pt x="84" y="62"/>
                  <a:pt x="0" y="180"/>
                </a:cubicBezTo>
                <a:lnTo>
                  <a:pt x="687" y="706"/>
                </a:lnTo>
                <a:cubicBezTo>
                  <a:pt x="826" y="510"/>
                  <a:pt x="785" y="234"/>
                  <a:pt x="595" y="88"/>
                </a:cubicBezTo>
                <a:cubicBezTo>
                  <a:pt x="520" y="29"/>
                  <a:pt x="431" y="0"/>
                  <a:pt x="343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7"/>
          <p:cNvSpPr/>
          <p:nvPr/>
        </p:nvSpPr>
        <p:spPr>
          <a:xfrm flipH="1">
            <a:off x="5722921" y="1359041"/>
            <a:ext cx="31531" cy="32739"/>
          </a:xfrm>
          <a:custGeom>
            <a:rect b="b" l="l" r="r" t="t"/>
            <a:pathLst>
              <a:path extrusionOk="0" h="732" w="705">
                <a:moveTo>
                  <a:pt x="351" y="0"/>
                </a:moveTo>
                <a:cubicBezTo>
                  <a:pt x="157" y="0"/>
                  <a:pt x="1" y="163"/>
                  <a:pt x="1" y="364"/>
                </a:cubicBezTo>
                <a:cubicBezTo>
                  <a:pt x="1" y="565"/>
                  <a:pt x="157" y="728"/>
                  <a:pt x="351" y="731"/>
                </a:cubicBezTo>
                <a:cubicBezTo>
                  <a:pt x="544" y="731"/>
                  <a:pt x="704" y="568"/>
                  <a:pt x="704" y="367"/>
                </a:cubicBezTo>
                <a:cubicBezTo>
                  <a:pt x="704" y="163"/>
                  <a:pt x="544" y="0"/>
                  <a:pt x="35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7"/>
          <p:cNvSpPr/>
          <p:nvPr/>
        </p:nvSpPr>
        <p:spPr>
          <a:xfrm flipH="1">
            <a:off x="5748504" y="1360562"/>
            <a:ext cx="54609" cy="94459"/>
          </a:xfrm>
          <a:custGeom>
            <a:rect b="b" l="l" r="r" t="t"/>
            <a:pathLst>
              <a:path extrusionOk="0" h="2112" w="1221">
                <a:moveTo>
                  <a:pt x="0" y="1"/>
                </a:moveTo>
                <a:lnTo>
                  <a:pt x="116" y="2111"/>
                </a:lnTo>
                <a:lnTo>
                  <a:pt x="1221" y="1734"/>
                </a:lnTo>
                <a:lnTo>
                  <a:pt x="0" y="1"/>
                </a:ln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7"/>
          <p:cNvSpPr/>
          <p:nvPr/>
        </p:nvSpPr>
        <p:spPr>
          <a:xfrm flipH="1">
            <a:off x="5786028" y="1679587"/>
            <a:ext cx="148755" cy="75943"/>
          </a:xfrm>
          <a:custGeom>
            <a:rect b="b" l="l" r="r" t="t"/>
            <a:pathLst>
              <a:path extrusionOk="0" h="1698" w="3326">
                <a:moveTo>
                  <a:pt x="2128" y="1"/>
                </a:moveTo>
                <a:lnTo>
                  <a:pt x="2034" y="955"/>
                </a:lnTo>
                <a:lnTo>
                  <a:pt x="898" y="98"/>
                </a:lnTo>
                <a:lnTo>
                  <a:pt x="0" y="993"/>
                </a:lnTo>
                <a:cubicBezTo>
                  <a:pt x="360" y="1369"/>
                  <a:pt x="1112" y="1697"/>
                  <a:pt x="1786" y="1697"/>
                </a:cubicBezTo>
                <a:cubicBezTo>
                  <a:pt x="1856" y="1697"/>
                  <a:pt x="1925" y="1694"/>
                  <a:pt x="1993" y="1686"/>
                </a:cubicBezTo>
                <a:cubicBezTo>
                  <a:pt x="2713" y="1605"/>
                  <a:pt x="3111" y="1394"/>
                  <a:pt x="3325" y="884"/>
                </a:cubicBezTo>
                <a:lnTo>
                  <a:pt x="2128" y="1"/>
                </a:ln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7"/>
          <p:cNvSpPr/>
          <p:nvPr/>
        </p:nvSpPr>
        <p:spPr>
          <a:xfrm flipH="1">
            <a:off x="5786028" y="1679587"/>
            <a:ext cx="148755" cy="72544"/>
          </a:xfrm>
          <a:custGeom>
            <a:rect b="b" l="l" r="r" t="t"/>
            <a:pathLst>
              <a:path extrusionOk="0" h="1622" w="3326">
                <a:moveTo>
                  <a:pt x="2128" y="1"/>
                </a:moveTo>
                <a:lnTo>
                  <a:pt x="2034" y="955"/>
                </a:lnTo>
                <a:lnTo>
                  <a:pt x="2034" y="955"/>
                </a:lnTo>
                <a:lnTo>
                  <a:pt x="2761" y="605"/>
                </a:lnTo>
                <a:cubicBezTo>
                  <a:pt x="2761" y="605"/>
                  <a:pt x="2903" y="1003"/>
                  <a:pt x="2894" y="1421"/>
                </a:cubicBezTo>
                <a:cubicBezTo>
                  <a:pt x="3087" y="1295"/>
                  <a:pt x="3227" y="1123"/>
                  <a:pt x="3325" y="884"/>
                </a:cubicBezTo>
                <a:lnTo>
                  <a:pt x="2128" y="1"/>
                </a:lnTo>
                <a:close/>
                <a:moveTo>
                  <a:pt x="898" y="98"/>
                </a:moveTo>
                <a:lnTo>
                  <a:pt x="21" y="969"/>
                </a:lnTo>
                <a:lnTo>
                  <a:pt x="0" y="993"/>
                </a:lnTo>
                <a:cubicBezTo>
                  <a:pt x="255" y="1261"/>
                  <a:pt x="711" y="1503"/>
                  <a:pt x="1193" y="1622"/>
                </a:cubicBezTo>
                <a:cubicBezTo>
                  <a:pt x="1095" y="1388"/>
                  <a:pt x="1037" y="1126"/>
                  <a:pt x="1047" y="843"/>
                </a:cubicBezTo>
                <a:lnTo>
                  <a:pt x="1047" y="843"/>
                </a:lnTo>
                <a:lnTo>
                  <a:pt x="2034" y="955"/>
                </a:lnTo>
                <a:lnTo>
                  <a:pt x="898" y="98"/>
                </a:ln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7"/>
          <p:cNvSpPr/>
          <p:nvPr/>
        </p:nvSpPr>
        <p:spPr>
          <a:xfrm flipH="1">
            <a:off x="5803247" y="1706646"/>
            <a:ext cx="85917" cy="84575"/>
          </a:xfrm>
          <a:custGeom>
            <a:rect b="b" l="l" r="r" t="t"/>
            <a:pathLst>
              <a:path extrusionOk="0" h="1891" w="1921">
                <a:moveTo>
                  <a:pt x="1741" y="0"/>
                </a:moveTo>
                <a:lnTo>
                  <a:pt x="1014" y="350"/>
                </a:lnTo>
                <a:lnTo>
                  <a:pt x="27" y="238"/>
                </a:lnTo>
                <a:lnTo>
                  <a:pt x="27" y="238"/>
                </a:lnTo>
                <a:cubicBezTo>
                  <a:pt x="0" y="925"/>
                  <a:pt x="385" y="1489"/>
                  <a:pt x="765" y="1843"/>
                </a:cubicBezTo>
                <a:cubicBezTo>
                  <a:pt x="881" y="1877"/>
                  <a:pt x="986" y="1890"/>
                  <a:pt x="1079" y="1890"/>
                </a:cubicBezTo>
                <a:cubicBezTo>
                  <a:pt x="1374" y="1890"/>
                  <a:pt x="1540" y="1758"/>
                  <a:pt x="1540" y="1758"/>
                </a:cubicBezTo>
                <a:cubicBezTo>
                  <a:pt x="1540" y="1758"/>
                  <a:pt x="1799" y="1456"/>
                  <a:pt x="1860" y="959"/>
                </a:cubicBezTo>
                <a:cubicBezTo>
                  <a:pt x="1921" y="493"/>
                  <a:pt x="1741" y="0"/>
                  <a:pt x="174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7"/>
          <p:cNvSpPr/>
          <p:nvPr/>
        </p:nvSpPr>
        <p:spPr>
          <a:xfrm flipH="1">
            <a:off x="5763845" y="1785228"/>
            <a:ext cx="112126" cy="417642"/>
          </a:xfrm>
          <a:custGeom>
            <a:rect b="b" l="l" r="r" t="t"/>
            <a:pathLst>
              <a:path extrusionOk="0" h="9338" w="2507">
                <a:moveTo>
                  <a:pt x="1245" y="1"/>
                </a:moveTo>
                <a:lnTo>
                  <a:pt x="470" y="86"/>
                </a:lnTo>
                <a:cubicBezTo>
                  <a:pt x="470" y="86"/>
                  <a:pt x="1" y="6740"/>
                  <a:pt x="14" y="7209"/>
                </a:cubicBezTo>
                <a:cubicBezTo>
                  <a:pt x="28" y="7679"/>
                  <a:pt x="889" y="9337"/>
                  <a:pt x="1337" y="9337"/>
                </a:cubicBezTo>
                <a:cubicBezTo>
                  <a:pt x="1339" y="9337"/>
                  <a:pt x="1341" y="9337"/>
                  <a:pt x="1344" y="9337"/>
                </a:cubicBezTo>
                <a:cubicBezTo>
                  <a:pt x="1789" y="9323"/>
                  <a:pt x="2506" y="7477"/>
                  <a:pt x="2459" y="6957"/>
                </a:cubicBezTo>
                <a:cubicBezTo>
                  <a:pt x="2412" y="6437"/>
                  <a:pt x="1245" y="1"/>
                  <a:pt x="124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7"/>
          <p:cNvSpPr/>
          <p:nvPr/>
        </p:nvSpPr>
        <p:spPr>
          <a:xfrm flipH="1">
            <a:off x="5820288" y="1785228"/>
            <a:ext cx="45" cy="224"/>
          </a:xfrm>
          <a:custGeom>
            <a:rect b="b" l="l" r="r" t="t"/>
            <a:pathLst>
              <a:path extrusionOk="0" h="5" w="1">
                <a:moveTo>
                  <a:pt x="1" y="1"/>
                </a:moveTo>
                <a:lnTo>
                  <a:pt x="1" y="1"/>
                </a:lnTo>
                <a:lnTo>
                  <a:pt x="1" y="5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7"/>
          <p:cNvSpPr/>
          <p:nvPr/>
        </p:nvSpPr>
        <p:spPr>
          <a:xfrm flipH="1">
            <a:off x="5819483" y="1785989"/>
            <a:ext cx="626" cy="3846"/>
          </a:xfrm>
          <a:custGeom>
            <a:rect b="b" l="l" r="r" t="t"/>
            <a:pathLst>
              <a:path extrusionOk="0" h="86" w="14">
                <a:moveTo>
                  <a:pt x="0" y="1"/>
                </a:moveTo>
                <a:lnTo>
                  <a:pt x="8" y="54"/>
                </a:lnTo>
                <a:lnTo>
                  <a:pt x="8" y="54"/>
                </a:lnTo>
                <a:cubicBezTo>
                  <a:pt x="5" y="30"/>
                  <a:pt x="2" y="13"/>
                  <a:pt x="0" y="1"/>
                </a:cubicBezTo>
                <a:close/>
                <a:moveTo>
                  <a:pt x="8" y="54"/>
                </a:moveTo>
                <a:cubicBezTo>
                  <a:pt x="10" y="64"/>
                  <a:pt x="11" y="74"/>
                  <a:pt x="13" y="86"/>
                </a:cubicBezTo>
                <a:lnTo>
                  <a:pt x="8" y="54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7"/>
          <p:cNvSpPr/>
          <p:nvPr/>
        </p:nvSpPr>
        <p:spPr>
          <a:xfrm flipH="1">
            <a:off x="5819483" y="1785228"/>
            <a:ext cx="35959" cy="13283"/>
          </a:xfrm>
          <a:custGeom>
            <a:rect b="b" l="l" r="r" t="t"/>
            <a:pathLst>
              <a:path extrusionOk="0" h="297" w="804">
                <a:moveTo>
                  <a:pt x="786" y="1"/>
                </a:moveTo>
                <a:cubicBezTo>
                  <a:pt x="630" y="117"/>
                  <a:pt x="470" y="151"/>
                  <a:pt x="334" y="151"/>
                </a:cubicBezTo>
                <a:cubicBezTo>
                  <a:pt x="147" y="151"/>
                  <a:pt x="11" y="86"/>
                  <a:pt x="11" y="86"/>
                </a:cubicBezTo>
                <a:lnTo>
                  <a:pt x="1" y="263"/>
                </a:lnTo>
                <a:cubicBezTo>
                  <a:pt x="89" y="286"/>
                  <a:pt x="174" y="297"/>
                  <a:pt x="252" y="297"/>
                </a:cubicBezTo>
                <a:cubicBezTo>
                  <a:pt x="589" y="297"/>
                  <a:pt x="803" y="103"/>
                  <a:pt x="803" y="103"/>
                </a:cubicBezTo>
                <a:cubicBezTo>
                  <a:pt x="797" y="62"/>
                  <a:pt x="793" y="35"/>
                  <a:pt x="790" y="18"/>
                </a:cubicBezTo>
                <a:lnTo>
                  <a:pt x="790" y="15"/>
                </a:lnTo>
                <a:lnTo>
                  <a:pt x="790" y="11"/>
                </a:lnTo>
                <a:lnTo>
                  <a:pt x="790" y="8"/>
                </a:lnTo>
                <a:lnTo>
                  <a:pt x="786" y="8"/>
                </a:lnTo>
                <a:lnTo>
                  <a:pt x="786" y="5"/>
                </a:lnTo>
                <a:lnTo>
                  <a:pt x="786" y="1"/>
                </a:ln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7"/>
          <p:cNvSpPr/>
          <p:nvPr/>
        </p:nvSpPr>
        <p:spPr>
          <a:xfrm flipH="1">
            <a:off x="5843813" y="1577077"/>
            <a:ext cx="189500" cy="195269"/>
          </a:xfrm>
          <a:custGeom>
            <a:rect b="b" l="l" r="r" t="t"/>
            <a:pathLst>
              <a:path extrusionOk="0" h="4366" w="4237">
                <a:moveTo>
                  <a:pt x="935" y="1"/>
                </a:moveTo>
                <a:cubicBezTo>
                  <a:pt x="935" y="1"/>
                  <a:pt x="170" y="293"/>
                  <a:pt x="0" y="1640"/>
                </a:cubicBezTo>
                <a:cubicBezTo>
                  <a:pt x="466" y="2727"/>
                  <a:pt x="1316" y="3655"/>
                  <a:pt x="2560" y="4366"/>
                </a:cubicBezTo>
                <a:lnTo>
                  <a:pt x="3250" y="3135"/>
                </a:lnTo>
                <a:lnTo>
                  <a:pt x="4237" y="3247"/>
                </a:lnTo>
                <a:lnTo>
                  <a:pt x="4237" y="3247"/>
                </a:lnTo>
                <a:lnTo>
                  <a:pt x="948" y="746"/>
                </a:lnTo>
                <a:lnTo>
                  <a:pt x="935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7"/>
          <p:cNvSpPr/>
          <p:nvPr/>
        </p:nvSpPr>
        <p:spPr>
          <a:xfrm flipH="1">
            <a:off x="5772656" y="1592462"/>
            <a:ext cx="71202" cy="146161"/>
          </a:xfrm>
          <a:custGeom>
            <a:rect b="b" l="l" r="r" t="t"/>
            <a:pathLst>
              <a:path extrusionOk="0" h="3268" w="1592">
                <a:moveTo>
                  <a:pt x="201" y="0"/>
                </a:moveTo>
                <a:lnTo>
                  <a:pt x="205" y="956"/>
                </a:lnTo>
                <a:cubicBezTo>
                  <a:pt x="205" y="956"/>
                  <a:pt x="68" y="2214"/>
                  <a:pt x="1" y="2903"/>
                </a:cubicBezTo>
                <a:lnTo>
                  <a:pt x="728" y="2553"/>
                </a:lnTo>
                <a:lnTo>
                  <a:pt x="1517" y="3267"/>
                </a:lnTo>
                <a:cubicBezTo>
                  <a:pt x="1517" y="3267"/>
                  <a:pt x="1592" y="1194"/>
                  <a:pt x="1261" y="650"/>
                </a:cubicBezTo>
                <a:cubicBezTo>
                  <a:pt x="932" y="105"/>
                  <a:pt x="201" y="0"/>
                  <a:pt x="20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7"/>
          <p:cNvSpPr/>
          <p:nvPr/>
        </p:nvSpPr>
        <p:spPr>
          <a:xfrm>
            <a:off x="10875" y="743925"/>
            <a:ext cx="4422600" cy="241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304" name="Google Shape;304;p37"/>
          <p:cNvSpPr txBox="1"/>
          <p:nvPr>
            <p:ph idx="4294967295" type="ctrTitle"/>
          </p:nvPr>
        </p:nvSpPr>
        <p:spPr>
          <a:xfrm>
            <a:off x="157875" y="1083475"/>
            <a:ext cx="4275600" cy="16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accent5"/>
                </a:solidFill>
              </a:rPr>
              <a:t>Day 3 : Aggregations</a:t>
            </a:r>
            <a:r>
              <a:rPr lang="en" sz="2900">
                <a:solidFill>
                  <a:schemeClr val="accent5"/>
                </a:solidFill>
              </a:rPr>
              <a:t> &amp; Joins</a:t>
            </a:r>
            <a:endParaRPr sz="2900">
              <a:solidFill>
                <a:schemeClr val="accent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Aggregate Functions: SUM(), AVG(), COUNT(), MIN(), MAX()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GROUP BY &amp; HAVING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Sub-Queries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INNER JOIN, LEFT JOIN, RIGHT JOIN, FULL OUTER JOIN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>
            <p:ph idx="2" type="subTitle"/>
          </p:nvPr>
        </p:nvSpPr>
        <p:spPr>
          <a:xfrm>
            <a:off x="4898675" y="1893400"/>
            <a:ext cx="3220200" cy="73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200"/>
              <a:t>Differentiate Between Wants and Needs</a:t>
            </a:r>
            <a:endParaRPr sz="2200"/>
          </a:p>
        </p:txBody>
      </p:sp>
      <p:sp>
        <p:nvSpPr>
          <p:cNvPr id="310" name="Google Shape;310;p38"/>
          <p:cNvSpPr txBox="1"/>
          <p:nvPr>
            <p:ph idx="3" type="subTitle"/>
          </p:nvPr>
        </p:nvSpPr>
        <p:spPr>
          <a:xfrm>
            <a:off x="4973924" y="2486884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Stakeholders may request a particular solution, but a better approach may exist. Focus on the underlying business objective.</a:t>
            </a:r>
            <a:endParaRPr sz="1600"/>
          </a:p>
        </p:txBody>
      </p:sp>
      <p:sp>
        <p:nvSpPr>
          <p:cNvPr id="311" name="Google Shape;311;p38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Analytics tip of the day</a:t>
            </a:r>
            <a:endParaRPr/>
          </a:p>
        </p:txBody>
      </p:sp>
      <p:sp>
        <p:nvSpPr>
          <p:cNvPr id="312" name="Google Shape;312;p38"/>
          <p:cNvSpPr txBox="1"/>
          <p:nvPr>
            <p:ph idx="6" type="subTitle"/>
          </p:nvPr>
        </p:nvSpPr>
        <p:spPr>
          <a:xfrm>
            <a:off x="841299" y="2162125"/>
            <a:ext cx="35772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200"/>
              <a:t>Understand the "Why" Behind Requests</a:t>
            </a:r>
            <a:endParaRPr sz="2200"/>
          </a:p>
        </p:txBody>
      </p:sp>
      <p:sp>
        <p:nvSpPr>
          <p:cNvPr id="313" name="Google Shape;313;p38"/>
          <p:cNvSpPr txBox="1"/>
          <p:nvPr>
            <p:ph idx="7" type="subTitle"/>
          </p:nvPr>
        </p:nvSpPr>
        <p:spPr>
          <a:xfrm>
            <a:off x="926900" y="2486875"/>
            <a:ext cx="3087900" cy="15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Stakeholders may ask for specific reports or metrics, but their true need might be deeper. Ask questions to uncover the real problem.</a:t>
            </a:r>
            <a:endParaRPr sz="1600"/>
          </a:p>
        </p:txBody>
      </p:sp>
      <p:sp>
        <p:nvSpPr>
          <p:cNvPr id="314" name="Google Shape;314;p38"/>
          <p:cNvSpPr txBox="1"/>
          <p:nvPr/>
        </p:nvSpPr>
        <p:spPr>
          <a:xfrm>
            <a:off x="1053325" y="1227825"/>
            <a:ext cx="74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Focus on the needs and context before the want of the stakeholder.</a:t>
            </a:r>
            <a:endParaRPr b="1"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15" name="Google Shape;315;p38"/>
          <p:cNvSpPr txBox="1"/>
          <p:nvPr>
            <p:ph idx="6" type="subTitle"/>
          </p:nvPr>
        </p:nvSpPr>
        <p:spPr>
          <a:xfrm>
            <a:off x="3066150" y="3862925"/>
            <a:ext cx="2781900" cy="712800"/>
          </a:xfrm>
          <a:prstGeom prst="rect">
            <a:avLst/>
          </a:prstGeom>
          <a:solidFill>
            <a:srgbClr val="FAFAFA"/>
          </a:solidFill>
          <a:ln cap="flat" cmpd="sng" w="28575">
            <a:solidFill>
              <a:srgbClr val="F95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200"/>
              <a:t>Context Shapes Insights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sql commands</a:t>
            </a:r>
            <a:endParaRPr/>
          </a:p>
        </p:txBody>
      </p:sp>
      <p:sp>
        <p:nvSpPr>
          <p:cNvPr id="321" name="Google Shape;321;p39"/>
          <p:cNvSpPr txBox="1"/>
          <p:nvPr/>
        </p:nvSpPr>
        <p:spPr>
          <a:xfrm>
            <a:off x="199194" y="1172439"/>
            <a:ext cx="3477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Ddl  : </a:t>
            </a: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Data Definition Language</a:t>
            </a:r>
            <a:endParaRPr sz="2200">
              <a:solidFill>
                <a:srgbClr val="FF800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pic>
        <p:nvPicPr>
          <p:cNvPr id="322" name="Google Shape;32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0625" y="1218725"/>
            <a:ext cx="5397326" cy="2734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9"/>
          <p:cNvSpPr txBox="1"/>
          <p:nvPr/>
        </p:nvSpPr>
        <p:spPr>
          <a:xfrm>
            <a:off x="199194" y="1791564"/>
            <a:ext cx="3477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Dml  : </a:t>
            </a: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Data Manipulation Language</a:t>
            </a:r>
            <a:endParaRPr sz="2200">
              <a:solidFill>
                <a:srgbClr val="FF800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24" name="Google Shape;324;p39"/>
          <p:cNvSpPr txBox="1"/>
          <p:nvPr/>
        </p:nvSpPr>
        <p:spPr>
          <a:xfrm>
            <a:off x="199194" y="2410689"/>
            <a:ext cx="3477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Dcl  : </a:t>
            </a: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Data Control Language</a:t>
            </a:r>
            <a:endParaRPr sz="2200">
              <a:solidFill>
                <a:srgbClr val="FF800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25" name="Google Shape;325;p39"/>
          <p:cNvSpPr txBox="1"/>
          <p:nvPr/>
        </p:nvSpPr>
        <p:spPr>
          <a:xfrm>
            <a:off x="199194" y="3029814"/>
            <a:ext cx="3477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TCL</a:t>
            </a: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 : </a:t>
            </a: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Transaction Control</a:t>
            </a: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 Language</a:t>
            </a:r>
            <a:endParaRPr sz="2200">
              <a:solidFill>
                <a:srgbClr val="FF800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0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aliases</a:t>
            </a:r>
            <a:endParaRPr/>
          </a:p>
        </p:txBody>
      </p:sp>
      <p:grpSp>
        <p:nvGrpSpPr>
          <p:cNvPr id="331" name="Google Shape;331;p40"/>
          <p:cNvGrpSpPr/>
          <p:nvPr/>
        </p:nvGrpSpPr>
        <p:grpSpPr>
          <a:xfrm flipH="1">
            <a:off x="-31054" y="3585449"/>
            <a:ext cx="1082306" cy="1559420"/>
            <a:chOff x="5746200" y="-125075"/>
            <a:chExt cx="337125" cy="485725"/>
          </a:xfrm>
        </p:grpSpPr>
        <p:sp>
          <p:nvSpPr>
            <p:cNvPr id="332" name="Google Shape;332;p40"/>
            <p:cNvSpPr/>
            <p:nvPr/>
          </p:nvSpPr>
          <p:spPr>
            <a:xfrm>
              <a:off x="5834100" y="-125075"/>
              <a:ext cx="249225" cy="261950"/>
            </a:xfrm>
            <a:custGeom>
              <a:rect b="b" l="l" r="r" t="t"/>
              <a:pathLst>
                <a:path extrusionOk="0" h="10478" w="9969">
                  <a:moveTo>
                    <a:pt x="3223" y="1"/>
                  </a:moveTo>
                  <a:cubicBezTo>
                    <a:pt x="2651" y="1"/>
                    <a:pt x="2118" y="114"/>
                    <a:pt x="1653" y="309"/>
                  </a:cubicBezTo>
                  <a:cubicBezTo>
                    <a:pt x="1" y="1002"/>
                    <a:pt x="340" y="2699"/>
                    <a:pt x="2374" y="3715"/>
                  </a:cubicBezTo>
                  <a:cubicBezTo>
                    <a:pt x="4407" y="4732"/>
                    <a:pt x="6936" y="6510"/>
                    <a:pt x="7541" y="9750"/>
                  </a:cubicBezTo>
                  <a:lnTo>
                    <a:pt x="9673" y="10477"/>
                  </a:lnTo>
                  <a:cubicBezTo>
                    <a:pt x="9744" y="10447"/>
                    <a:pt x="9969" y="5626"/>
                    <a:pt x="7895" y="2783"/>
                  </a:cubicBezTo>
                  <a:cubicBezTo>
                    <a:pt x="6405" y="743"/>
                    <a:pt x="4686" y="1"/>
                    <a:pt x="32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0"/>
            <p:cNvSpPr/>
            <p:nvPr/>
          </p:nvSpPr>
          <p:spPr>
            <a:xfrm>
              <a:off x="5896575" y="-107050"/>
              <a:ext cx="164425" cy="208550"/>
            </a:xfrm>
            <a:custGeom>
              <a:rect b="b" l="l" r="r" t="t"/>
              <a:pathLst>
                <a:path extrusionOk="0" h="8342" w="6577">
                  <a:moveTo>
                    <a:pt x="174" y="1"/>
                  </a:moveTo>
                  <a:cubicBezTo>
                    <a:pt x="102" y="1"/>
                    <a:pt x="38" y="49"/>
                    <a:pt x="21" y="118"/>
                  </a:cubicBezTo>
                  <a:cubicBezTo>
                    <a:pt x="0" y="200"/>
                    <a:pt x="52" y="284"/>
                    <a:pt x="133" y="305"/>
                  </a:cubicBezTo>
                  <a:cubicBezTo>
                    <a:pt x="2584" y="917"/>
                    <a:pt x="5478" y="3317"/>
                    <a:pt x="6256" y="8213"/>
                  </a:cubicBezTo>
                  <a:cubicBezTo>
                    <a:pt x="6270" y="8287"/>
                    <a:pt x="6335" y="8342"/>
                    <a:pt x="6409" y="8342"/>
                  </a:cubicBezTo>
                  <a:lnTo>
                    <a:pt x="6433" y="8342"/>
                  </a:lnTo>
                  <a:cubicBezTo>
                    <a:pt x="6518" y="8328"/>
                    <a:pt x="6576" y="8247"/>
                    <a:pt x="6562" y="8162"/>
                  </a:cubicBezTo>
                  <a:cubicBezTo>
                    <a:pt x="5760" y="3120"/>
                    <a:pt x="2754" y="642"/>
                    <a:pt x="212" y="5"/>
                  </a:cubicBezTo>
                  <a:cubicBezTo>
                    <a:pt x="199" y="2"/>
                    <a:pt x="18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0"/>
            <p:cNvSpPr/>
            <p:nvPr/>
          </p:nvSpPr>
          <p:spPr>
            <a:xfrm>
              <a:off x="5746200" y="18375"/>
              <a:ext cx="331275" cy="342275"/>
            </a:xfrm>
            <a:custGeom>
              <a:rect b="b" l="l" r="r" t="t"/>
              <a:pathLst>
                <a:path extrusionOk="0" h="13691" w="13251">
                  <a:moveTo>
                    <a:pt x="3906" y="0"/>
                  </a:moveTo>
                  <a:cubicBezTo>
                    <a:pt x="3211" y="0"/>
                    <a:pt x="2518" y="119"/>
                    <a:pt x="1861" y="381"/>
                  </a:cubicBezTo>
                  <a:cubicBezTo>
                    <a:pt x="1" y="1125"/>
                    <a:pt x="1021" y="2893"/>
                    <a:pt x="2867" y="3474"/>
                  </a:cubicBezTo>
                  <a:cubicBezTo>
                    <a:pt x="4931" y="4121"/>
                    <a:pt x="5339" y="4756"/>
                    <a:pt x="5607" y="5820"/>
                  </a:cubicBezTo>
                  <a:cubicBezTo>
                    <a:pt x="5832" y="6701"/>
                    <a:pt x="5342" y="8496"/>
                    <a:pt x="5828" y="9822"/>
                  </a:cubicBezTo>
                  <a:cubicBezTo>
                    <a:pt x="6312" y="11148"/>
                    <a:pt x="8140" y="11301"/>
                    <a:pt x="9708" y="11444"/>
                  </a:cubicBezTo>
                  <a:cubicBezTo>
                    <a:pt x="11217" y="11580"/>
                    <a:pt x="12499" y="12420"/>
                    <a:pt x="12811" y="13691"/>
                  </a:cubicBezTo>
                  <a:cubicBezTo>
                    <a:pt x="12832" y="13229"/>
                    <a:pt x="12849" y="12770"/>
                    <a:pt x="12866" y="12307"/>
                  </a:cubicBezTo>
                  <a:cubicBezTo>
                    <a:pt x="12927" y="10645"/>
                    <a:pt x="12992" y="8982"/>
                    <a:pt x="13053" y="7320"/>
                  </a:cubicBezTo>
                  <a:cubicBezTo>
                    <a:pt x="13081" y="6555"/>
                    <a:pt x="13111" y="5790"/>
                    <a:pt x="13138" y="5025"/>
                  </a:cubicBezTo>
                  <a:cubicBezTo>
                    <a:pt x="13169" y="4267"/>
                    <a:pt x="13250" y="3485"/>
                    <a:pt x="12880" y="2791"/>
                  </a:cubicBezTo>
                  <a:cubicBezTo>
                    <a:pt x="12353" y="1802"/>
                    <a:pt x="11350" y="1037"/>
                    <a:pt x="10231" y="965"/>
                  </a:cubicBezTo>
                  <a:cubicBezTo>
                    <a:pt x="10189" y="962"/>
                    <a:pt x="10147" y="961"/>
                    <a:pt x="10105" y="961"/>
                  </a:cubicBezTo>
                  <a:cubicBezTo>
                    <a:pt x="9932" y="961"/>
                    <a:pt x="9758" y="984"/>
                    <a:pt x="9585" y="1006"/>
                  </a:cubicBezTo>
                  <a:cubicBezTo>
                    <a:pt x="9410" y="1031"/>
                    <a:pt x="9237" y="1056"/>
                    <a:pt x="9062" y="1056"/>
                  </a:cubicBezTo>
                  <a:cubicBezTo>
                    <a:pt x="9020" y="1056"/>
                    <a:pt x="8978" y="1054"/>
                    <a:pt x="8936" y="1051"/>
                  </a:cubicBezTo>
                  <a:cubicBezTo>
                    <a:pt x="8576" y="1026"/>
                    <a:pt x="8191" y="976"/>
                    <a:pt x="7831" y="898"/>
                  </a:cubicBezTo>
                  <a:cubicBezTo>
                    <a:pt x="7046" y="728"/>
                    <a:pt x="6301" y="405"/>
                    <a:pt x="5522" y="207"/>
                  </a:cubicBezTo>
                  <a:cubicBezTo>
                    <a:pt x="4993" y="73"/>
                    <a:pt x="4449" y="0"/>
                    <a:pt x="39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0"/>
            <p:cNvSpPr/>
            <p:nvPr/>
          </p:nvSpPr>
          <p:spPr>
            <a:xfrm>
              <a:off x="5822900" y="42200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0"/>
            <p:cNvSpPr/>
            <p:nvPr/>
          </p:nvSpPr>
          <p:spPr>
            <a:xfrm>
              <a:off x="6009450" y="71800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0"/>
            <p:cNvSpPr/>
            <p:nvPr/>
          </p:nvSpPr>
          <p:spPr>
            <a:xfrm>
              <a:off x="5954025" y="213800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0"/>
            <p:cNvSpPr/>
            <p:nvPr/>
          </p:nvSpPr>
          <p:spPr>
            <a:xfrm>
              <a:off x="5822900" y="42200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0"/>
            <p:cNvSpPr/>
            <p:nvPr/>
          </p:nvSpPr>
          <p:spPr>
            <a:xfrm>
              <a:off x="6009450" y="71800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0"/>
            <p:cNvSpPr/>
            <p:nvPr/>
          </p:nvSpPr>
          <p:spPr>
            <a:xfrm>
              <a:off x="5954025" y="213800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1" name="Google Shape;341;p40"/>
          <p:cNvSpPr/>
          <p:nvPr/>
        </p:nvSpPr>
        <p:spPr>
          <a:xfrm>
            <a:off x="3113804" y="2792113"/>
            <a:ext cx="11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Dosis Medium"/>
              <a:ea typeface="Dosis Medium"/>
              <a:cs typeface="Dosis Medium"/>
              <a:sym typeface="Dosis Medium"/>
            </a:endParaRPr>
          </a:p>
        </p:txBody>
      </p:sp>
      <p:sp>
        <p:nvSpPr>
          <p:cNvPr id="342" name="Google Shape;342;p40"/>
          <p:cNvSpPr/>
          <p:nvPr/>
        </p:nvSpPr>
        <p:spPr>
          <a:xfrm>
            <a:off x="1663062" y="900288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0"/>
          <p:cNvSpPr txBox="1"/>
          <p:nvPr/>
        </p:nvSpPr>
        <p:spPr>
          <a:xfrm>
            <a:off x="2567400" y="1935750"/>
            <a:ext cx="4009200" cy="30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750" u="none" cap="none" strike="noStrike">
                <a:solidFill>
                  <a:srgbClr val="000000"/>
                </a:solidFill>
                <a:latin typeface="Dosis Medium"/>
                <a:ea typeface="Dosis Medium"/>
                <a:cs typeface="Dosis Medium"/>
                <a:sym typeface="Dosis Medium"/>
              </a:rPr>
              <a:t>COLUMNS ALIASES</a:t>
            </a:r>
            <a:endParaRPr i="0" sz="1750" u="none" cap="none" strike="noStrike">
              <a:solidFill>
                <a:srgbClr val="000000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Dosis Medium"/>
                <a:ea typeface="Dosis Medium"/>
                <a:cs typeface="Dosis Medium"/>
                <a:sym typeface="Dosis Medium"/>
              </a:rPr>
              <a:t>SELECT rental_duration AS duration</a:t>
            </a:r>
            <a:endParaRPr i="0" u="none" cap="none" strike="noStrike">
              <a:solidFill>
                <a:srgbClr val="333333"/>
              </a:solidFill>
              <a:highlight>
                <a:srgbClr val="FFFFFF"/>
              </a:highlight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Dosis Medium"/>
                <a:ea typeface="Dosis Medium"/>
                <a:cs typeface="Dosis Medium"/>
                <a:sym typeface="Dosis Medium"/>
              </a:rPr>
              <a:t>FROM film;</a:t>
            </a:r>
            <a:endParaRPr i="0" u="none" cap="none" strike="noStrike">
              <a:solidFill>
                <a:srgbClr val="333333"/>
              </a:solidFill>
              <a:highlight>
                <a:srgbClr val="FFFFFF"/>
              </a:highlight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u="none" cap="none" strike="noStrike">
              <a:solidFill>
                <a:srgbClr val="333333"/>
              </a:solidFill>
              <a:highlight>
                <a:srgbClr val="FFFFFF"/>
              </a:highlight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750" u="none" cap="none" strike="noStrike">
                <a:solidFill>
                  <a:srgbClr val="000000"/>
                </a:solidFill>
                <a:latin typeface="Dosis Medium"/>
                <a:ea typeface="Dosis Medium"/>
                <a:cs typeface="Dosis Medium"/>
                <a:sym typeface="Dosis Medium"/>
              </a:rPr>
              <a:t>TABLES ALIASES</a:t>
            </a:r>
            <a:endParaRPr i="0" sz="1750" u="none" cap="none" strike="noStrike">
              <a:solidFill>
                <a:srgbClr val="000000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Dosis Medium"/>
                <a:ea typeface="Dosis Medium"/>
                <a:cs typeface="Dosis Medium"/>
                <a:sym typeface="Dosis Medium"/>
              </a:rPr>
              <a:t>SELECT ci.city, co.country</a:t>
            </a:r>
            <a:endParaRPr i="0" u="none" cap="none" strike="noStrike">
              <a:solidFill>
                <a:srgbClr val="333333"/>
              </a:solidFill>
              <a:highlight>
                <a:srgbClr val="FFFFFF"/>
              </a:highlight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Dosis Medium"/>
                <a:ea typeface="Dosis Medium"/>
                <a:cs typeface="Dosis Medium"/>
                <a:sym typeface="Dosis Medium"/>
              </a:rPr>
              <a:t>FROM city AS ci</a:t>
            </a:r>
            <a:endParaRPr i="0" u="none" cap="none" strike="noStrike">
              <a:solidFill>
                <a:srgbClr val="333333"/>
              </a:solidFill>
              <a:highlight>
                <a:srgbClr val="FFFFFF"/>
              </a:highlight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Dosis Medium"/>
                <a:ea typeface="Dosis Medium"/>
                <a:cs typeface="Dosis Medium"/>
                <a:sym typeface="Dosis Medium"/>
              </a:rPr>
              <a:t>JOIN country AS co</a:t>
            </a:r>
            <a:endParaRPr i="0" u="none" cap="none" strike="noStrike">
              <a:solidFill>
                <a:srgbClr val="333333"/>
              </a:solidFill>
              <a:highlight>
                <a:srgbClr val="FFFFFF"/>
              </a:highlight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Dosis Medium"/>
                <a:ea typeface="Dosis Medium"/>
                <a:cs typeface="Dosis Medium"/>
                <a:sym typeface="Dosis Medium"/>
              </a:rPr>
              <a:t>  ON ci.country_id = co.country_id;</a:t>
            </a:r>
            <a:endParaRPr i="0" u="none" cap="none" strike="noStrike">
              <a:solidFill>
                <a:srgbClr val="333333"/>
              </a:solidFill>
              <a:highlight>
                <a:srgbClr val="FFFFFF"/>
              </a:highlight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Dosis Medium"/>
              <a:ea typeface="Dosis Medium"/>
              <a:cs typeface="Dosis Medium"/>
              <a:sym typeface="Dosis Medium"/>
            </a:endParaRPr>
          </a:p>
        </p:txBody>
      </p:sp>
      <p:sp>
        <p:nvSpPr>
          <p:cNvPr id="344" name="Google Shape;344;p40"/>
          <p:cNvSpPr txBox="1"/>
          <p:nvPr/>
        </p:nvSpPr>
        <p:spPr>
          <a:xfrm>
            <a:off x="532200" y="962275"/>
            <a:ext cx="7751100" cy="8442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450" u="none" cap="none" strike="noStrike">
                <a:solidFill>
                  <a:srgbClr val="000000"/>
                </a:solidFill>
                <a:latin typeface="Dosis Medium"/>
                <a:ea typeface="Dosis Medium"/>
                <a:cs typeface="Dosis Medium"/>
                <a:sym typeface="Dosis Medium"/>
              </a:rPr>
              <a:t>SQL aliases are used to give a table, or a column in a table, a temporary name.</a:t>
            </a:r>
            <a:endParaRPr i="0" sz="1450" u="none" cap="none" strike="noStrike">
              <a:solidFill>
                <a:srgbClr val="000000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i="0" lang="en" sz="1450" u="none" cap="none" strike="noStrike">
                <a:solidFill>
                  <a:srgbClr val="000000"/>
                </a:solidFill>
                <a:latin typeface="Dosis Medium"/>
                <a:ea typeface="Dosis Medium"/>
                <a:cs typeface="Dosis Medium"/>
                <a:sym typeface="Dosis Medium"/>
              </a:rPr>
              <a:t>Aliases are often used to make column names more readable.</a:t>
            </a:r>
            <a:endParaRPr i="0" sz="1700" u="none" cap="none" strike="noStrike">
              <a:solidFill>
                <a:srgbClr val="000000"/>
              </a:solidFill>
              <a:latin typeface="Dosis Medium"/>
              <a:ea typeface="Dosis Medium"/>
              <a:cs typeface="Dosis Medium"/>
              <a:sym typeface="Dosi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1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 AND GROUPING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1"/>
          <p:cNvSpPr/>
          <p:nvPr/>
        </p:nvSpPr>
        <p:spPr>
          <a:xfrm>
            <a:off x="1085787" y="1123163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1"/>
          <p:cNvSpPr txBox="1"/>
          <p:nvPr/>
        </p:nvSpPr>
        <p:spPr>
          <a:xfrm>
            <a:off x="1054550" y="991725"/>
            <a:ext cx="72078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i="0" lang="en" sz="1250" u="none" cap="none" strike="noStrike">
                <a:solidFill>
                  <a:srgbClr val="4424A9"/>
                </a:solidFill>
                <a:highlight>
                  <a:srgbClr val="EEF5FF"/>
                </a:highlight>
                <a:latin typeface="Dosis Medium"/>
                <a:ea typeface="Dosis Medium"/>
                <a:cs typeface="Dosis Medium"/>
                <a:sym typeface="Dosis Medium"/>
              </a:rPr>
              <a:t>GROUP BY</a:t>
            </a:r>
            <a:r>
              <a:rPr i="0" lang="en" sz="1550" u="none" cap="none" strike="noStrike">
                <a:solidFill>
                  <a:srgbClr val="2D2D2D"/>
                </a:solidFill>
                <a:latin typeface="Dosis Medium"/>
                <a:ea typeface="Dosis Medium"/>
                <a:cs typeface="Dosis Medium"/>
                <a:sym typeface="Dosis Medium"/>
              </a:rPr>
              <a:t> groups together rows that have the same values in specified columns. It computes summaries (aggregates) for each unique combination of values.</a:t>
            </a:r>
            <a:endParaRPr i="0" sz="1200" u="none" cap="none" strike="noStrike">
              <a:solidFill>
                <a:srgbClr val="333333"/>
              </a:solidFill>
              <a:highlight>
                <a:srgbClr val="FFFFFF"/>
              </a:highlight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333333"/>
              </a:solidFill>
              <a:highlight>
                <a:srgbClr val="FFFFFF"/>
              </a:highlight>
              <a:latin typeface="Dosis Medium"/>
              <a:ea typeface="Dosis Medium"/>
              <a:cs typeface="Dosis Medium"/>
              <a:sym typeface="Dosis Medium"/>
            </a:endParaRPr>
          </a:p>
        </p:txBody>
      </p:sp>
      <p:pic>
        <p:nvPicPr>
          <p:cNvPr id="352" name="Google Shape;35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4675" y="1852025"/>
            <a:ext cx="7207776" cy="25073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1"/>
          <p:cNvSpPr txBox="1"/>
          <p:nvPr/>
        </p:nvSpPr>
        <p:spPr>
          <a:xfrm>
            <a:off x="1949325" y="4460000"/>
            <a:ext cx="5040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SELECT COUNTRY_id, COUNT(*) FROM CITY </a:t>
            </a:r>
            <a:r>
              <a:rPr b="1" lang="en" sz="1300">
                <a:solidFill>
                  <a:schemeClr val="accent4"/>
                </a:solidFill>
                <a:latin typeface="Dosis"/>
                <a:ea typeface="Dosis"/>
                <a:cs typeface="Dosis"/>
                <a:sym typeface="Dosis"/>
              </a:rPr>
              <a:t>GROUP BY COUNTRY_ID</a:t>
            </a:r>
            <a:endParaRPr b="1" sz="1300">
              <a:solidFill>
                <a:schemeClr val="accent4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2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 AND GROUPING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2"/>
          <p:cNvSpPr/>
          <p:nvPr/>
        </p:nvSpPr>
        <p:spPr>
          <a:xfrm>
            <a:off x="1085787" y="1123163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2"/>
          <p:cNvSpPr txBox="1"/>
          <p:nvPr/>
        </p:nvSpPr>
        <p:spPr>
          <a:xfrm>
            <a:off x="1825150" y="1339200"/>
            <a:ext cx="5308800" cy="3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" sz="1850" u="none" cap="none" strike="noStrike">
                <a:solidFill>
                  <a:srgbClr val="000000"/>
                </a:solidFill>
                <a:latin typeface="Dosis Medium"/>
                <a:ea typeface="Dosis Medium"/>
                <a:cs typeface="Dosis Medium"/>
                <a:sym typeface="Dosis Medium"/>
              </a:rPr>
              <a:t>AGGREGATE FUNCTIONS</a:t>
            </a:r>
            <a:endParaRPr i="0" sz="1850" u="none" cap="none" strike="noStrike">
              <a:solidFill>
                <a:srgbClr val="000000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D2D2D"/>
              </a:buClr>
              <a:buSzPts val="1350"/>
              <a:buFont typeface="Arial"/>
              <a:buChar char="●"/>
            </a:pPr>
            <a:r>
              <a:rPr i="0" lang="en" sz="1550" u="none" cap="none" strike="noStrike">
                <a:solidFill>
                  <a:srgbClr val="4424A9"/>
                </a:solidFill>
                <a:highlight>
                  <a:srgbClr val="EEF5FF"/>
                </a:highlight>
                <a:latin typeface="Dosis Medium"/>
                <a:ea typeface="Dosis Medium"/>
                <a:cs typeface="Dosis Medium"/>
                <a:sym typeface="Dosis Medium"/>
              </a:rPr>
              <a:t>AVG()</a:t>
            </a:r>
            <a:r>
              <a:rPr i="0" lang="en" sz="1850" u="none" cap="none" strike="noStrike">
                <a:solidFill>
                  <a:srgbClr val="2D2D2D"/>
                </a:solidFill>
                <a:latin typeface="Dosis Medium"/>
                <a:ea typeface="Dosis Medium"/>
                <a:cs typeface="Dosis Medium"/>
                <a:sym typeface="Dosis Medium"/>
              </a:rPr>
              <a:t> − average value for rows within the group</a:t>
            </a:r>
            <a:endParaRPr i="0" sz="1850" u="none" cap="none" strike="noStrike">
              <a:solidFill>
                <a:srgbClr val="2D2D2D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50"/>
              <a:buFont typeface="Arial"/>
              <a:buChar char="●"/>
            </a:pPr>
            <a:r>
              <a:rPr i="0" lang="en" sz="1550" u="none" cap="none" strike="noStrike">
                <a:solidFill>
                  <a:srgbClr val="4424A9"/>
                </a:solidFill>
                <a:highlight>
                  <a:srgbClr val="EEF5FF"/>
                </a:highlight>
                <a:latin typeface="Dosis Medium"/>
                <a:ea typeface="Dosis Medium"/>
                <a:cs typeface="Dosis Medium"/>
                <a:sym typeface="Dosis Medium"/>
              </a:rPr>
              <a:t>COUNT()</a:t>
            </a:r>
            <a:r>
              <a:rPr i="0" lang="en" sz="1850" u="none" cap="none" strike="noStrike">
                <a:solidFill>
                  <a:srgbClr val="2D2D2D"/>
                </a:solidFill>
                <a:latin typeface="Dosis Medium"/>
                <a:ea typeface="Dosis Medium"/>
                <a:cs typeface="Dosis Medium"/>
                <a:sym typeface="Dosis Medium"/>
              </a:rPr>
              <a:t> − count of values for rows within the group</a:t>
            </a:r>
            <a:endParaRPr i="0" sz="1850" u="none" cap="none" strike="noStrike">
              <a:solidFill>
                <a:srgbClr val="2D2D2D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50"/>
              <a:buFont typeface="Arial"/>
              <a:buChar char="●"/>
            </a:pPr>
            <a:r>
              <a:rPr i="0" lang="en" sz="1550" u="none" cap="none" strike="noStrike">
                <a:solidFill>
                  <a:srgbClr val="4424A9"/>
                </a:solidFill>
                <a:highlight>
                  <a:srgbClr val="EEF5FF"/>
                </a:highlight>
                <a:latin typeface="Dosis Medium"/>
                <a:ea typeface="Dosis Medium"/>
                <a:cs typeface="Dosis Medium"/>
                <a:sym typeface="Dosis Medium"/>
              </a:rPr>
              <a:t>MAX()</a:t>
            </a:r>
            <a:r>
              <a:rPr i="0" lang="en" sz="1850" u="none" cap="none" strike="noStrike">
                <a:solidFill>
                  <a:srgbClr val="2D2D2D"/>
                </a:solidFill>
                <a:latin typeface="Dosis Medium"/>
                <a:ea typeface="Dosis Medium"/>
                <a:cs typeface="Dosis Medium"/>
                <a:sym typeface="Dosis Medium"/>
              </a:rPr>
              <a:t> − maximum value within the group</a:t>
            </a:r>
            <a:endParaRPr i="0" sz="1850" u="none" cap="none" strike="noStrike">
              <a:solidFill>
                <a:srgbClr val="2D2D2D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50"/>
              <a:buFont typeface="Arial"/>
              <a:buChar char="●"/>
            </a:pPr>
            <a:r>
              <a:rPr i="0" lang="en" sz="1550" u="none" cap="none" strike="noStrike">
                <a:solidFill>
                  <a:srgbClr val="4424A9"/>
                </a:solidFill>
                <a:highlight>
                  <a:srgbClr val="EEF5FF"/>
                </a:highlight>
                <a:latin typeface="Dosis Medium"/>
                <a:ea typeface="Dosis Medium"/>
                <a:cs typeface="Dosis Medium"/>
                <a:sym typeface="Dosis Medium"/>
              </a:rPr>
              <a:t>MIN()</a:t>
            </a:r>
            <a:r>
              <a:rPr i="0" lang="en" sz="1850" u="none" cap="none" strike="noStrike">
                <a:solidFill>
                  <a:srgbClr val="2D2D2D"/>
                </a:solidFill>
                <a:latin typeface="Dosis Medium"/>
                <a:ea typeface="Dosis Medium"/>
                <a:cs typeface="Dosis Medium"/>
                <a:sym typeface="Dosis Medium"/>
              </a:rPr>
              <a:t> − minimum value within the group</a:t>
            </a:r>
            <a:endParaRPr i="0" sz="1850" u="none" cap="none" strike="noStrike">
              <a:solidFill>
                <a:srgbClr val="2D2D2D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50"/>
              <a:buFont typeface="Arial"/>
              <a:buChar char="●"/>
            </a:pPr>
            <a:r>
              <a:rPr i="0" lang="en" sz="1550" u="none" cap="none" strike="noStrike">
                <a:solidFill>
                  <a:srgbClr val="4424A9"/>
                </a:solidFill>
                <a:highlight>
                  <a:srgbClr val="EEF5FF"/>
                </a:highlight>
                <a:latin typeface="Dosis Medium"/>
                <a:ea typeface="Dosis Medium"/>
                <a:cs typeface="Dosis Medium"/>
                <a:sym typeface="Dosis Medium"/>
              </a:rPr>
              <a:t>SUM()</a:t>
            </a:r>
            <a:r>
              <a:rPr i="0" lang="en" sz="1850" u="none" cap="none" strike="noStrike">
                <a:solidFill>
                  <a:srgbClr val="2D2D2D"/>
                </a:solidFill>
                <a:latin typeface="Dosis Medium"/>
                <a:ea typeface="Dosis Medium"/>
                <a:cs typeface="Dosis Medium"/>
                <a:sym typeface="Dosis Medium"/>
              </a:rPr>
              <a:t>− sum of values within the group</a:t>
            </a:r>
            <a:endParaRPr i="0" sz="1850" u="none" cap="none" strike="noStrike">
              <a:solidFill>
                <a:srgbClr val="2D2D2D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i="0" sz="1550" u="none" cap="none" strike="noStrike">
              <a:solidFill>
                <a:srgbClr val="4424A9"/>
              </a:solidFill>
              <a:highlight>
                <a:srgbClr val="EEF5FF"/>
              </a:highlight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rgbClr val="333333"/>
              </a:solidFill>
              <a:highlight>
                <a:srgbClr val="FFFFFF"/>
              </a:highlight>
              <a:latin typeface="Dosis Medium"/>
              <a:ea typeface="Dosis Medium"/>
              <a:cs typeface="Dosis Medium"/>
              <a:sym typeface="Dosi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3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group by &amp; having to the mix</a:t>
            </a:r>
            <a:endParaRPr/>
          </a:p>
        </p:txBody>
      </p:sp>
      <p:sp>
        <p:nvSpPr>
          <p:cNvPr id="366" name="Google Shape;366;p43"/>
          <p:cNvSpPr/>
          <p:nvPr/>
        </p:nvSpPr>
        <p:spPr>
          <a:xfrm>
            <a:off x="1085787" y="1123163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3"/>
          <p:cNvSpPr txBox="1"/>
          <p:nvPr/>
        </p:nvSpPr>
        <p:spPr>
          <a:xfrm>
            <a:off x="1112800" y="1384200"/>
            <a:ext cx="3407400" cy="3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2050">
                <a:latin typeface="Dosis Medium"/>
                <a:ea typeface="Dosis Medium"/>
                <a:cs typeface="Dosis Medium"/>
                <a:sym typeface="Dosis Medium"/>
              </a:rPr>
              <a:t>GROUP BY </a:t>
            </a:r>
            <a:endParaRPr i="0" sz="2050" u="none" cap="none" strike="noStrike">
              <a:solidFill>
                <a:srgbClr val="000000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750"/>
              <a:buChar char="●"/>
            </a:pPr>
            <a:r>
              <a:rPr lang="en" sz="1500">
                <a:solidFill>
                  <a:srgbClr val="188038"/>
                </a:solidFill>
                <a:latin typeface="Dosis Medium"/>
                <a:ea typeface="Dosis Medium"/>
                <a:cs typeface="Dosis Medium"/>
                <a:sym typeface="Dosis Medium"/>
              </a:rPr>
              <a:t>GROUP BY</a:t>
            </a:r>
            <a:r>
              <a:rPr lang="en" sz="1500">
                <a:latin typeface="Dosis Medium"/>
                <a:ea typeface="Dosis Medium"/>
                <a:cs typeface="Dosis Medium"/>
                <a:sym typeface="Dosis Medium"/>
              </a:rPr>
              <a:t> is used to group rows that have the same values in specified columns.</a:t>
            </a:r>
            <a:endParaRPr sz="15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750"/>
              <a:buChar char="●"/>
            </a:pPr>
            <a:r>
              <a:rPr lang="en" sz="1500">
                <a:latin typeface="Dosis Medium"/>
                <a:ea typeface="Dosis Medium"/>
                <a:cs typeface="Dosis Medium"/>
                <a:sym typeface="Dosis Medium"/>
              </a:rPr>
              <a:t>It is always used with aggregate functions (</a:t>
            </a:r>
            <a:r>
              <a:rPr lang="en" sz="1500">
                <a:solidFill>
                  <a:srgbClr val="188038"/>
                </a:solidFill>
                <a:latin typeface="Dosis Medium"/>
                <a:ea typeface="Dosis Medium"/>
                <a:cs typeface="Dosis Medium"/>
                <a:sym typeface="Dosis Medium"/>
              </a:rPr>
              <a:t>SUM()</a:t>
            </a:r>
            <a:r>
              <a:rPr lang="en" sz="1500">
                <a:latin typeface="Dosis Medium"/>
                <a:ea typeface="Dosis Medium"/>
                <a:cs typeface="Dosis Medium"/>
                <a:sym typeface="Dosis Medium"/>
              </a:rPr>
              <a:t>, </a:t>
            </a:r>
            <a:r>
              <a:rPr lang="en" sz="1500">
                <a:solidFill>
                  <a:srgbClr val="188038"/>
                </a:solidFill>
                <a:latin typeface="Dosis Medium"/>
                <a:ea typeface="Dosis Medium"/>
                <a:cs typeface="Dosis Medium"/>
                <a:sym typeface="Dosis Medium"/>
              </a:rPr>
              <a:t>COUNT()</a:t>
            </a:r>
            <a:r>
              <a:rPr lang="en" sz="1500">
                <a:latin typeface="Dosis Medium"/>
                <a:ea typeface="Dosis Medium"/>
                <a:cs typeface="Dosis Medium"/>
                <a:sym typeface="Dosis Medium"/>
              </a:rPr>
              <a:t>, </a:t>
            </a:r>
            <a:r>
              <a:rPr lang="en" sz="1500">
                <a:solidFill>
                  <a:srgbClr val="188038"/>
                </a:solidFill>
                <a:latin typeface="Dosis Medium"/>
                <a:ea typeface="Dosis Medium"/>
                <a:cs typeface="Dosis Medium"/>
                <a:sym typeface="Dosis Medium"/>
              </a:rPr>
              <a:t>AVG()</a:t>
            </a:r>
            <a:r>
              <a:rPr lang="en" sz="1500">
                <a:latin typeface="Dosis Medium"/>
                <a:ea typeface="Dosis Medium"/>
                <a:cs typeface="Dosis Medium"/>
                <a:sym typeface="Dosis Medium"/>
              </a:rPr>
              <a:t>, etc.).</a:t>
            </a:r>
            <a:endParaRPr sz="1950">
              <a:solidFill>
                <a:srgbClr val="4424A9"/>
              </a:solidFill>
              <a:highlight>
                <a:srgbClr val="EEF5FF"/>
              </a:highlight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i="0" sz="1750" u="none" cap="none" strike="noStrike">
              <a:solidFill>
                <a:srgbClr val="4424A9"/>
              </a:solidFill>
              <a:highlight>
                <a:srgbClr val="EEF5FF"/>
              </a:highlight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i="0" sz="1700" u="none" cap="none" strike="noStrike">
              <a:solidFill>
                <a:srgbClr val="333333"/>
              </a:solidFill>
              <a:highlight>
                <a:srgbClr val="FFFFFF"/>
              </a:highlight>
              <a:latin typeface="Dosis Medium"/>
              <a:ea typeface="Dosis Medium"/>
              <a:cs typeface="Dosis Medium"/>
              <a:sym typeface="Dosis Medium"/>
            </a:endParaRPr>
          </a:p>
        </p:txBody>
      </p:sp>
      <p:sp>
        <p:nvSpPr>
          <p:cNvPr id="368" name="Google Shape;368;p43"/>
          <p:cNvSpPr txBox="1"/>
          <p:nvPr/>
        </p:nvSpPr>
        <p:spPr>
          <a:xfrm>
            <a:off x="4951825" y="1384200"/>
            <a:ext cx="34074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2050">
                <a:latin typeface="Dosis Medium"/>
                <a:ea typeface="Dosis Medium"/>
                <a:cs typeface="Dosis Medium"/>
                <a:sym typeface="Dosis Medium"/>
              </a:rPr>
              <a:t>HAVING</a:t>
            </a:r>
            <a:r>
              <a:rPr lang="en" sz="2050">
                <a:latin typeface="Dosis Medium"/>
                <a:ea typeface="Dosis Medium"/>
                <a:cs typeface="Dosis Medium"/>
                <a:sym typeface="Dosis Medium"/>
              </a:rPr>
              <a:t> </a:t>
            </a:r>
            <a:endParaRPr i="0" sz="2050" u="none" cap="none" strike="noStrike">
              <a:solidFill>
                <a:srgbClr val="000000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524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950"/>
              <a:buChar char="●"/>
            </a:pPr>
            <a:r>
              <a:rPr lang="en" sz="1500">
                <a:solidFill>
                  <a:srgbClr val="188038"/>
                </a:solidFill>
                <a:latin typeface="Dosis Medium"/>
                <a:ea typeface="Dosis Medium"/>
                <a:cs typeface="Dosis Medium"/>
                <a:sym typeface="Dosis Medium"/>
              </a:rPr>
              <a:t>HAVING</a:t>
            </a:r>
            <a:r>
              <a:rPr lang="en" sz="1500">
                <a:latin typeface="Dosis Medium"/>
                <a:ea typeface="Dosis Medium"/>
                <a:cs typeface="Dosis Medium"/>
                <a:sym typeface="Dosis Medium"/>
              </a:rPr>
              <a:t> is like </a:t>
            </a:r>
            <a:r>
              <a:rPr lang="en" sz="1500">
                <a:solidFill>
                  <a:srgbClr val="188038"/>
                </a:solidFill>
                <a:latin typeface="Dosis Medium"/>
                <a:ea typeface="Dosis Medium"/>
                <a:cs typeface="Dosis Medium"/>
                <a:sym typeface="Dosis Medium"/>
              </a:rPr>
              <a:t>WHERE</a:t>
            </a:r>
            <a:r>
              <a:rPr lang="en" sz="1500">
                <a:latin typeface="Dosis Medium"/>
                <a:ea typeface="Dosis Medium"/>
                <a:cs typeface="Dosis Medium"/>
                <a:sym typeface="Dosis Medium"/>
              </a:rPr>
              <a:t>, but it filters after aggregation.</a:t>
            </a:r>
            <a:endParaRPr sz="15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524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950"/>
              <a:buChar char="●"/>
            </a:pPr>
            <a:r>
              <a:rPr lang="en" sz="1500">
                <a:latin typeface="Dosis Medium"/>
                <a:ea typeface="Dosis Medium"/>
                <a:cs typeface="Dosis Medium"/>
                <a:sym typeface="Dosis Medium"/>
              </a:rPr>
              <a:t>It is used to filter grouped results based on aggregate function values.</a:t>
            </a:r>
            <a:endParaRPr sz="1700">
              <a:solidFill>
                <a:srgbClr val="188038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i="0" sz="1750" u="none" cap="none" strike="noStrike">
              <a:solidFill>
                <a:srgbClr val="4424A9"/>
              </a:solidFill>
              <a:highlight>
                <a:srgbClr val="EEF5FF"/>
              </a:highlight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i="0" sz="1700" u="none" cap="none" strike="noStrike">
              <a:solidFill>
                <a:srgbClr val="333333"/>
              </a:solidFill>
              <a:highlight>
                <a:srgbClr val="FFFFFF"/>
              </a:highlight>
              <a:latin typeface="Dosis Medium"/>
              <a:ea typeface="Dosis Medium"/>
              <a:cs typeface="Dosis Medium"/>
              <a:sym typeface="Dosi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4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sub-queries</a:t>
            </a:r>
            <a:endParaRPr/>
          </a:p>
        </p:txBody>
      </p:sp>
      <p:sp>
        <p:nvSpPr>
          <p:cNvPr id="374" name="Google Shape;374;p44"/>
          <p:cNvSpPr/>
          <p:nvPr/>
        </p:nvSpPr>
        <p:spPr>
          <a:xfrm>
            <a:off x="1085787" y="1123163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4"/>
          <p:cNvSpPr txBox="1"/>
          <p:nvPr/>
        </p:nvSpPr>
        <p:spPr>
          <a:xfrm>
            <a:off x="504050" y="1206188"/>
            <a:ext cx="4616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A subquery is a query inside another query. It is used to:</a:t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osis Medium"/>
              <a:buChar char="●"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Retrieve data for the main query</a:t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osis Medium"/>
              <a:buChar char="●"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Filter results dynamically</a:t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osis Medium"/>
              <a:buChar char="●"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Calculate values before the main query runs</a:t>
            </a:r>
            <a:endParaRPr sz="1800">
              <a:solidFill>
                <a:srgbClr val="EFEFEF"/>
              </a:solidFill>
              <a:latin typeface="Dosis Medium"/>
              <a:ea typeface="Dosis Medium"/>
              <a:cs typeface="Dosis Medium"/>
              <a:sym typeface="Dosis Medium"/>
            </a:endParaRPr>
          </a:p>
        </p:txBody>
      </p:sp>
      <p:pic>
        <p:nvPicPr>
          <p:cNvPr id="376" name="Google Shape;37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9550" y="2858175"/>
            <a:ext cx="4805750" cy="195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5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 </a:t>
            </a:r>
            <a:endParaRPr/>
          </a:p>
        </p:txBody>
      </p:sp>
      <p:sp>
        <p:nvSpPr>
          <p:cNvPr id="382" name="Google Shape;382;p45"/>
          <p:cNvSpPr/>
          <p:nvPr/>
        </p:nvSpPr>
        <p:spPr>
          <a:xfrm>
            <a:off x="1353451" y="1123175"/>
            <a:ext cx="33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45"/>
          <p:cNvPicPr preferRelativeResize="0"/>
          <p:nvPr/>
        </p:nvPicPr>
        <p:blipFill rotWithShape="1">
          <a:blip r:embed="rId3">
            <a:alphaModFix/>
          </a:blip>
          <a:srcRect b="7894" l="0" r="0" t="0"/>
          <a:stretch/>
        </p:blipFill>
        <p:spPr>
          <a:xfrm>
            <a:off x="4856225" y="59475"/>
            <a:ext cx="4231825" cy="5047351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5"/>
          <p:cNvSpPr txBox="1"/>
          <p:nvPr/>
        </p:nvSpPr>
        <p:spPr>
          <a:xfrm>
            <a:off x="199202" y="1172451"/>
            <a:ext cx="4527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LEFT join</a:t>
            </a: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 : </a:t>
            </a: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Get all data from left table and matching data from right.</a:t>
            </a:r>
            <a:endParaRPr sz="2200">
              <a:solidFill>
                <a:srgbClr val="FF800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85" name="Google Shape;385;p45"/>
          <p:cNvSpPr txBox="1"/>
          <p:nvPr/>
        </p:nvSpPr>
        <p:spPr>
          <a:xfrm>
            <a:off x="199202" y="1935211"/>
            <a:ext cx="4527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Right </a:t>
            </a: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join </a:t>
            </a: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 : </a:t>
            </a: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Get all data from right table and matching data from left.</a:t>
            </a:r>
            <a:endParaRPr sz="2200">
              <a:solidFill>
                <a:srgbClr val="FF800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86" name="Google Shape;386;p45"/>
          <p:cNvSpPr txBox="1"/>
          <p:nvPr/>
        </p:nvSpPr>
        <p:spPr>
          <a:xfrm>
            <a:off x="199202" y="2745849"/>
            <a:ext cx="4527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Inner join</a:t>
            </a: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 : </a:t>
            </a: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Get only matching data between both tables.</a:t>
            </a:r>
            <a:endParaRPr sz="2200">
              <a:solidFill>
                <a:srgbClr val="FF800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87" name="Google Shape;387;p45"/>
          <p:cNvSpPr txBox="1"/>
          <p:nvPr/>
        </p:nvSpPr>
        <p:spPr>
          <a:xfrm>
            <a:off x="199202" y="3399172"/>
            <a:ext cx="4527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Full join </a:t>
            </a: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: </a:t>
            </a: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Get all data</a:t>
            </a:r>
            <a:endParaRPr sz="2200">
              <a:solidFill>
                <a:srgbClr val="FF800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6"/>
          <p:cNvSpPr txBox="1"/>
          <p:nvPr>
            <p:ph type="ctrTitle"/>
          </p:nvPr>
        </p:nvSpPr>
        <p:spPr>
          <a:xfrm>
            <a:off x="5502775" y="1300050"/>
            <a:ext cx="2597100" cy="11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THANKS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393" name="Google Shape;393;p46"/>
          <p:cNvSpPr txBox="1"/>
          <p:nvPr>
            <p:ph idx="1" type="subTitle"/>
          </p:nvPr>
        </p:nvSpPr>
        <p:spPr>
          <a:xfrm>
            <a:off x="5502775" y="2327750"/>
            <a:ext cx="29919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Does anyone have any questions?</a:t>
            </a:r>
            <a:endParaRPr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394" name="Google Shape;394;p46"/>
          <p:cNvSpPr txBox="1"/>
          <p:nvPr/>
        </p:nvSpPr>
        <p:spPr>
          <a:xfrm>
            <a:off x="5502775" y="4545975"/>
            <a:ext cx="20760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Please keep this slide for attribution.</a:t>
            </a:r>
            <a:endParaRPr/>
          </a:p>
        </p:txBody>
      </p:sp>
      <p:grpSp>
        <p:nvGrpSpPr>
          <p:cNvPr id="395" name="Google Shape;395;p46"/>
          <p:cNvGrpSpPr/>
          <p:nvPr/>
        </p:nvGrpSpPr>
        <p:grpSpPr>
          <a:xfrm>
            <a:off x="882387" y="3164574"/>
            <a:ext cx="3116480" cy="1301090"/>
            <a:chOff x="1202000" y="2798341"/>
            <a:chExt cx="2538884" cy="1059951"/>
          </a:xfrm>
        </p:grpSpPr>
        <p:sp>
          <p:nvSpPr>
            <p:cNvPr id="396" name="Google Shape;396;p46"/>
            <p:cNvSpPr/>
            <p:nvPr/>
          </p:nvSpPr>
          <p:spPr>
            <a:xfrm>
              <a:off x="1202000" y="3227901"/>
              <a:ext cx="898457" cy="630392"/>
            </a:xfrm>
            <a:custGeom>
              <a:rect b="b" l="l" r="r" t="t"/>
              <a:pathLst>
                <a:path extrusionOk="0" h="22832" w="32541">
                  <a:moveTo>
                    <a:pt x="1010" y="0"/>
                  </a:moveTo>
                  <a:lnTo>
                    <a:pt x="1010" y="0"/>
                  </a:lnTo>
                  <a:cubicBezTo>
                    <a:pt x="440" y="438"/>
                    <a:pt x="0" y="1256"/>
                    <a:pt x="0" y="1946"/>
                  </a:cubicBezTo>
                  <a:lnTo>
                    <a:pt x="0" y="3069"/>
                  </a:lnTo>
                  <a:cubicBezTo>
                    <a:pt x="0" y="3834"/>
                    <a:pt x="534" y="4758"/>
                    <a:pt x="1195" y="5141"/>
                  </a:cubicBezTo>
                  <a:lnTo>
                    <a:pt x="31346" y="22546"/>
                  </a:lnTo>
                  <a:cubicBezTo>
                    <a:pt x="31674" y="22738"/>
                    <a:pt x="32107" y="22832"/>
                    <a:pt x="32540" y="22832"/>
                  </a:cubicBezTo>
                  <a:lnTo>
                    <a:pt x="32540" y="18944"/>
                  </a:lnTo>
                  <a:cubicBezTo>
                    <a:pt x="32107" y="18944"/>
                    <a:pt x="31674" y="18850"/>
                    <a:pt x="31346" y="18659"/>
                  </a:cubicBezTo>
                  <a:lnTo>
                    <a:pt x="1195" y="1253"/>
                  </a:lnTo>
                  <a:cubicBezTo>
                    <a:pt x="606" y="914"/>
                    <a:pt x="545" y="383"/>
                    <a:pt x="1010" y="0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6"/>
            <p:cNvSpPr/>
            <p:nvPr/>
          </p:nvSpPr>
          <p:spPr>
            <a:xfrm>
              <a:off x="2098835" y="2798341"/>
              <a:ext cx="1642050" cy="1059920"/>
            </a:xfrm>
            <a:custGeom>
              <a:rect b="b" l="l" r="r" t="t"/>
              <a:pathLst>
                <a:path extrusionOk="0" h="38389" w="59473">
                  <a:moveTo>
                    <a:pt x="58462" y="0"/>
                  </a:moveTo>
                  <a:cubicBezTo>
                    <a:pt x="58928" y="383"/>
                    <a:pt x="58870" y="913"/>
                    <a:pt x="58278" y="1253"/>
                  </a:cubicBezTo>
                  <a:lnTo>
                    <a:pt x="1195" y="34216"/>
                  </a:lnTo>
                  <a:cubicBezTo>
                    <a:pt x="867" y="34407"/>
                    <a:pt x="434" y="34501"/>
                    <a:pt x="0" y="34501"/>
                  </a:cubicBezTo>
                  <a:lnTo>
                    <a:pt x="0" y="38389"/>
                  </a:lnTo>
                  <a:cubicBezTo>
                    <a:pt x="434" y="38389"/>
                    <a:pt x="867" y="38295"/>
                    <a:pt x="1195" y="38103"/>
                  </a:cubicBezTo>
                  <a:lnTo>
                    <a:pt x="58278" y="5140"/>
                  </a:lnTo>
                  <a:cubicBezTo>
                    <a:pt x="58938" y="4761"/>
                    <a:pt x="59473" y="3833"/>
                    <a:pt x="59473" y="3068"/>
                  </a:cubicBezTo>
                  <a:lnTo>
                    <a:pt x="59473" y="1946"/>
                  </a:lnTo>
                  <a:cubicBezTo>
                    <a:pt x="59473" y="1256"/>
                    <a:pt x="59032" y="433"/>
                    <a:pt x="58462" y="0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" name="Google Shape;398;p46"/>
          <p:cNvGrpSpPr/>
          <p:nvPr/>
        </p:nvGrpSpPr>
        <p:grpSpPr>
          <a:xfrm>
            <a:off x="719989" y="776985"/>
            <a:ext cx="3569662" cy="3589538"/>
            <a:chOff x="1096650" y="934025"/>
            <a:chExt cx="2908075" cy="2924268"/>
          </a:xfrm>
        </p:grpSpPr>
        <p:sp>
          <p:nvSpPr>
            <p:cNvPr id="399" name="Google Shape;399;p46"/>
            <p:cNvSpPr/>
            <p:nvPr/>
          </p:nvSpPr>
          <p:spPr>
            <a:xfrm>
              <a:off x="3687325" y="2463650"/>
              <a:ext cx="317400" cy="400850"/>
            </a:xfrm>
            <a:custGeom>
              <a:rect b="b" l="l" r="r" t="t"/>
              <a:pathLst>
                <a:path extrusionOk="0" h="16034" w="12696">
                  <a:moveTo>
                    <a:pt x="10189" y="0"/>
                  </a:moveTo>
                  <a:cubicBezTo>
                    <a:pt x="8155" y="0"/>
                    <a:pt x="5703" y="1549"/>
                    <a:pt x="4028" y="3573"/>
                  </a:cubicBezTo>
                  <a:cubicBezTo>
                    <a:pt x="2018" y="6000"/>
                    <a:pt x="35" y="10955"/>
                    <a:pt x="0" y="12848"/>
                  </a:cubicBezTo>
                  <a:lnTo>
                    <a:pt x="811" y="16034"/>
                  </a:lnTo>
                  <a:lnTo>
                    <a:pt x="3165" y="12300"/>
                  </a:lnTo>
                  <a:cubicBezTo>
                    <a:pt x="4314" y="9245"/>
                    <a:pt x="8082" y="7076"/>
                    <a:pt x="10596" y="5342"/>
                  </a:cubicBezTo>
                  <a:cubicBezTo>
                    <a:pt x="11993" y="4380"/>
                    <a:pt x="12693" y="3121"/>
                    <a:pt x="12696" y="2069"/>
                  </a:cubicBezTo>
                  <a:cubicBezTo>
                    <a:pt x="12696" y="1228"/>
                    <a:pt x="12247" y="518"/>
                    <a:pt x="11341" y="191"/>
                  </a:cubicBezTo>
                  <a:cubicBezTo>
                    <a:pt x="10979" y="59"/>
                    <a:pt x="10592" y="0"/>
                    <a:pt x="101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6"/>
            <p:cNvSpPr/>
            <p:nvPr/>
          </p:nvSpPr>
          <p:spPr>
            <a:xfrm>
              <a:off x="3708350" y="2667125"/>
              <a:ext cx="274750" cy="260150"/>
            </a:xfrm>
            <a:custGeom>
              <a:rect b="b" l="l" r="r" t="t"/>
              <a:pathLst>
                <a:path extrusionOk="0" h="10406" w="10990">
                  <a:moveTo>
                    <a:pt x="7957" y="0"/>
                  </a:moveTo>
                  <a:cubicBezTo>
                    <a:pt x="7785" y="0"/>
                    <a:pt x="7605" y="10"/>
                    <a:pt x="7418" y="30"/>
                  </a:cubicBezTo>
                  <a:cubicBezTo>
                    <a:pt x="5021" y="286"/>
                    <a:pt x="760" y="3475"/>
                    <a:pt x="1" y="8375"/>
                  </a:cubicBezTo>
                  <a:lnTo>
                    <a:pt x="411" y="10405"/>
                  </a:lnTo>
                  <a:cubicBezTo>
                    <a:pt x="736" y="9347"/>
                    <a:pt x="2066" y="7612"/>
                    <a:pt x="4197" y="6195"/>
                  </a:cubicBezTo>
                  <a:cubicBezTo>
                    <a:pt x="6552" y="4630"/>
                    <a:pt x="9511" y="3943"/>
                    <a:pt x="10214" y="2706"/>
                  </a:cubicBezTo>
                  <a:cubicBezTo>
                    <a:pt x="10989" y="1333"/>
                    <a:pt x="9995" y="0"/>
                    <a:pt x="79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6"/>
            <p:cNvSpPr/>
            <p:nvPr/>
          </p:nvSpPr>
          <p:spPr>
            <a:xfrm>
              <a:off x="3703450" y="2700000"/>
              <a:ext cx="218025" cy="199150"/>
            </a:xfrm>
            <a:custGeom>
              <a:rect b="b" l="l" r="r" t="t"/>
              <a:pathLst>
                <a:path extrusionOk="0" h="7966" w="8721">
                  <a:moveTo>
                    <a:pt x="8574" y="0"/>
                  </a:moveTo>
                  <a:cubicBezTo>
                    <a:pt x="8570" y="0"/>
                    <a:pt x="8566" y="0"/>
                    <a:pt x="8561" y="1"/>
                  </a:cubicBezTo>
                  <a:cubicBezTo>
                    <a:pt x="6389" y="246"/>
                    <a:pt x="2148" y="2156"/>
                    <a:pt x="28" y="7776"/>
                  </a:cubicBezTo>
                  <a:cubicBezTo>
                    <a:pt x="1" y="7849"/>
                    <a:pt x="34" y="7928"/>
                    <a:pt x="107" y="7956"/>
                  </a:cubicBezTo>
                  <a:cubicBezTo>
                    <a:pt x="125" y="7962"/>
                    <a:pt x="145" y="7966"/>
                    <a:pt x="166" y="7966"/>
                  </a:cubicBezTo>
                  <a:cubicBezTo>
                    <a:pt x="217" y="7962"/>
                    <a:pt x="265" y="7928"/>
                    <a:pt x="286" y="7876"/>
                  </a:cubicBezTo>
                  <a:cubicBezTo>
                    <a:pt x="2366" y="2370"/>
                    <a:pt x="6627" y="497"/>
                    <a:pt x="8589" y="277"/>
                  </a:cubicBezTo>
                  <a:cubicBezTo>
                    <a:pt x="8669" y="266"/>
                    <a:pt x="8720" y="201"/>
                    <a:pt x="8714" y="125"/>
                  </a:cubicBezTo>
                  <a:cubicBezTo>
                    <a:pt x="8703" y="51"/>
                    <a:pt x="8645" y="0"/>
                    <a:pt x="8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6"/>
            <p:cNvSpPr/>
            <p:nvPr/>
          </p:nvSpPr>
          <p:spPr>
            <a:xfrm>
              <a:off x="1203300" y="2683450"/>
              <a:ext cx="243125" cy="549400"/>
            </a:xfrm>
            <a:custGeom>
              <a:rect b="b" l="l" r="r" t="t"/>
              <a:pathLst>
                <a:path extrusionOk="0" h="21976" w="9725">
                  <a:moveTo>
                    <a:pt x="2107" y="1"/>
                  </a:moveTo>
                  <a:cubicBezTo>
                    <a:pt x="1842" y="1"/>
                    <a:pt x="1607" y="42"/>
                    <a:pt x="1407" y="122"/>
                  </a:cubicBezTo>
                  <a:cubicBezTo>
                    <a:pt x="548" y="467"/>
                    <a:pt x="1" y="1129"/>
                    <a:pt x="1" y="2180"/>
                  </a:cubicBezTo>
                  <a:cubicBezTo>
                    <a:pt x="1" y="3363"/>
                    <a:pt x="700" y="5039"/>
                    <a:pt x="2448" y="7300"/>
                  </a:cubicBezTo>
                  <a:cubicBezTo>
                    <a:pt x="4366" y="9783"/>
                    <a:pt x="6828" y="14996"/>
                    <a:pt x="6831" y="21713"/>
                  </a:cubicBezTo>
                  <a:cubicBezTo>
                    <a:pt x="6831" y="21799"/>
                    <a:pt x="6831" y="21885"/>
                    <a:pt x="6828" y="21976"/>
                  </a:cubicBezTo>
                  <a:lnTo>
                    <a:pt x="9137" y="20655"/>
                  </a:lnTo>
                  <a:cubicBezTo>
                    <a:pt x="9137" y="20655"/>
                    <a:pt x="9724" y="17420"/>
                    <a:pt x="9724" y="13638"/>
                  </a:cubicBezTo>
                  <a:cubicBezTo>
                    <a:pt x="9724" y="12224"/>
                    <a:pt x="9641" y="10735"/>
                    <a:pt x="9417" y="9307"/>
                  </a:cubicBezTo>
                  <a:cubicBezTo>
                    <a:pt x="8379" y="2736"/>
                    <a:pt x="4279" y="1"/>
                    <a:pt x="21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6"/>
            <p:cNvSpPr/>
            <p:nvPr/>
          </p:nvSpPr>
          <p:spPr>
            <a:xfrm>
              <a:off x="1096650" y="2841750"/>
              <a:ext cx="320975" cy="484925"/>
            </a:xfrm>
            <a:custGeom>
              <a:rect b="b" l="l" r="r" t="t"/>
              <a:pathLst>
                <a:path extrusionOk="0" h="19397" w="12839">
                  <a:moveTo>
                    <a:pt x="2673" y="1"/>
                  </a:moveTo>
                  <a:cubicBezTo>
                    <a:pt x="2247" y="1"/>
                    <a:pt x="1813" y="83"/>
                    <a:pt x="1504" y="365"/>
                  </a:cubicBezTo>
                  <a:cubicBezTo>
                    <a:pt x="1049" y="782"/>
                    <a:pt x="1019" y="1506"/>
                    <a:pt x="1221" y="2089"/>
                  </a:cubicBezTo>
                  <a:cubicBezTo>
                    <a:pt x="1425" y="2672"/>
                    <a:pt x="1815" y="3169"/>
                    <a:pt x="2108" y="3713"/>
                  </a:cubicBezTo>
                  <a:cubicBezTo>
                    <a:pt x="2246" y="3965"/>
                    <a:pt x="2363" y="4234"/>
                    <a:pt x="2391" y="4520"/>
                  </a:cubicBezTo>
                  <a:cubicBezTo>
                    <a:pt x="2432" y="4982"/>
                    <a:pt x="2228" y="5430"/>
                    <a:pt x="1970" y="5813"/>
                  </a:cubicBezTo>
                  <a:cubicBezTo>
                    <a:pt x="1611" y="6347"/>
                    <a:pt x="1139" y="6792"/>
                    <a:pt x="739" y="7296"/>
                  </a:cubicBezTo>
                  <a:cubicBezTo>
                    <a:pt x="343" y="7799"/>
                    <a:pt x="8" y="8395"/>
                    <a:pt x="5" y="9040"/>
                  </a:cubicBezTo>
                  <a:cubicBezTo>
                    <a:pt x="1" y="9872"/>
                    <a:pt x="646" y="10482"/>
                    <a:pt x="1263" y="10943"/>
                  </a:cubicBezTo>
                  <a:cubicBezTo>
                    <a:pt x="1821" y="11365"/>
                    <a:pt x="2435" y="11847"/>
                    <a:pt x="2521" y="12540"/>
                  </a:cubicBezTo>
                  <a:cubicBezTo>
                    <a:pt x="2566" y="12881"/>
                    <a:pt x="2470" y="13226"/>
                    <a:pt x="2373" y="13561"/>
                  </a:cubicBezTo>
                  <a:cubicBezTo>
                    <a:pt x="2276" y="13895"/>
                    <a:pt x="2180" y="14233"/>
                    <a:pt x="2084" y="14571"/>
                  </a:cubicBezTo>
                  <a:cubicBezTo>
                    <a:pt x="1984" y="14912"/>
                    <a:pt x="1888" y="15257"/>
                    <a:pt x="1835" y="15612"/>
                  </a:cubicBezTo>
                  <a:cubicBezTo>
                    <a:pt x="1739" y="16295"/>
                    <a:pt x="1818" y="16954"/>
                    <a:pt x="2125" y="17571"/>
                  </a:cubicBezTo>
                  <a:cubicBezTo>
                    <a:pt x="2391" y="18101"/>
                    <a:pt x="2790" y="18571"/>
                    <a:pt x="3284" y="18902"/>
                  </a:cubicBezTo>
                  <a:cubicBezTo>
                    <a:pt x="3521" y="19060"/>
                    <a:pt x="4069" y="19397"/>
                    <a:pt x="4458" y="19397"/>
                  </a:cubicBezTo>
                  <a:cubicBezTo>
                    <a:pt x="4544" y="19397"/>
                    <a:pt x="4622" y="19381"/>
                    <a:pt x="4687" y="19343"/>
                  </a:cubicBezTo>
                  <a:cubicBezTo>
                    <a:pt x="4746" y="19312"/>
                    <a:pt x="11073" y="15664"/>
                    <a:pt x="11094" y="15644"/>
                  </a:cubicBezTo>
                  <a:cubicBezTo>
                    <a:pt x="11094" y="15644"/>
                    <a:pt x="11969" y="14406"/>
                    <a:pt x="12269" y="13716"/>
                  </a:cubicBezTo>
                  <a:cubicBezTo>
                    <a:pt x="12628" y="12881"/>
                    <a:pt x="12738" y="12329"/>
                    <a:pt x="12800" y="11578"/>
                  </a:cubicBezTo>
                  <a:cubicBezTo>
                    <a:pt x="12838" y="11137"/>
                    <a:pt x="12786" y="10695"/>
                    <a:pt x="12555" y="10313"/>
                  </a:cubicBezTo>
                  <a:cubicBezTo>
                    <a:pt x="12028" y="9444"/>
                    <a:pt x="11086" y="9075"/>
                    <a:pt x="10769" y="8106"/>
                  </a:cubicBezTo>
                  <a:cubicBezTo>
                    <a:pt x="10407" y="7017"/>
                    <a:pt x="11363" y="5747"/>
                    <a:pt x="10845" y="4720"/>
                  </a:cubicBezTo>
                  <a:cubicBezTo>
                    <a:pt x="10586" y="4199"/>
                    <a:pt x="10010" y="3909"/>
                    <a:pt x="9445" y="3761"/>
                  </a:cubicBezTo>
                  <a:cubicBezTo>
                    <a:pt x="8883" y="3613"/>
                    <a:pt x="8290" y="3565"/>
                    <a:pt x="7749" y="3344"/>
                  </a:cubicBezTo>
                  <a:cubicBezTo>
                    <a:pt x="6345" y="2779"/>
                    <a:pt x="5591" y="1213"/>
                    <a:pt x="4270" y="479"/>
                  </a:cubicBezTo>
                  <a:cubicBezTo>
                    <a:pt x="3860" y="252"/>
                    <a:pt x="3404" y="41"/>
                    <a:pt x="2935" y="10"/>
                  </a:cubicBezTo>
                  <a:cubicBezTo>
                    <a:pt x="2849" y="4"/>
                    <a:pt x="2761" y="1"/>
                    <a:pt x="26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6"/>
            <p:cNvSpPr/>
            <p:nvPr/>
          </p:nvSpPr>
          <p:spPr>
            <a:xfrm>
              <a:off x="1202000" y="3227901"/>
              <a:ext cx="898457" cy="630392"/>
            </a:xfrm>
            <a:custGeom>
              <a:rect b="b" l="l" r="r" t="t"/>
              <a:pathLst>
                <a:path extrusionOk="0" h="22832" w="32541">
                  <a:moveTo>
                    <a:pt x="1010" y="0"/>
                  </a:moveTo>
                  <a:lnTo>
                    <a:pt x="1010" y="0"/>
                  </a:lnTo>
                  <a:cubicBezTo>
                    <a:pt x="440" y="438"/>
                    <a:pt x="0" y="1256"/>
                    <a:pt x="0" y="1946"/>
                  </a:cubicBezTo>
                  <a:lnTo>
                    <a:pt x="0" y="3069"/>
                  </a:lnTo>
                  <a:cubicBezTo>
                    <a:pt x="0" y="3834"/>
                    <a:pt x="534" y="4758"/>
                    <a:pt x="1195" y="5141"/>
                  </a:cubicBezTo>
                  <a:lnTo>
                    <a:pt x="31346" y="22546"/>
                  </a:lnTo>
                  <a:cubicBezTo>
                    <a:pt x="31674" y="22738"/>
                    <a:pt x="32107" y="22832"/>
                    <a:pt x="32540" y="22832"/>
                  </a:cubicBezTo>
                  <a:lnTo>
                    <a:pt x="32540" y="18944"/>
                  </a:lnTo>
                  <a:cubicBezTo>
                    <a:pt x="32107" y="18944"/>
                    <a:pt x="31674" y="18850"/>
                    <a:pt x="31346" y="18659"/>
                  </a:cubicBezTo>
                  <a:lnTo>
                    <a:pt x="1195" y="1253"/>
                  </a:lnTo>
                  <a:cubicBezTo>
                    <a:pt x="606" y="914"/>
                    <a:pt x="545" y="383"/>
                    <a:pt x="101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6"/>
            <p:cNvSpPr/>
            <p:nvPr/>
          </p:nvSpPr>
          <p:spPr>
            <a:xfrm>
              <a:off x="2098835" y="2798341"/>
              <a:ext cx="1642050" cy="1059920"/>
            </a:xfrm>
            <a:custGeom>
              <a:rect b="b" l="l" r="r" t="t"/>
              <a:pathLst>
                <a:path extrusionOk="0" h="38389" w="59473">
                  <a:moveTo>
                    <a:pt x="58462" y="0"/>
                  </a:moveTo>
                  <a:cubicBezTo>
                    <a:pt x="58928" y="383"/>
                    <a:pt x="58870" y="913"/>
                    <a:pt x="58278" y="1253"/>
                  </a:cubicBezTo>
                  <a:lnTo>
                    <a:pt x="1195" y="34216"/>
                  </a:lnTo>
                  <a:cubicBezTo>
                    <a:pt x="867" y="34407"/>
                    <a:pt x="434" y="34501"/>
                    <a:pt x="0" y="34501"/>
                  </a:cubicBezTo>
                  <a:lnTo>
                    <a:pt x="0" y="38389"/>
                  </a:lnTo>
                  <a:cubicBezTo>
                    <a:pt x="434" y="38389"/>
                    <a:pt x="867" y="38295"/>
                    <a:pt x="1195" y="38103"/>
                  </a:cubicBezTo>
                  <a:lnTo>
                    <a:pt x="58278" y="5140"/>
                  </a:lnTo>
                  <a:cubicBezTo>
                    <a:pt x="58938" y="4761"/>
                    <a:pt x="59473" y="3833"/>
                    <a:pt x="59473" y="3068"/>
                  </a:cubicBezTo>
                  <a:lnTo>
                    <a:pt x="59473" y="1946"/>
                  </a:lnTo>
                  <a:cubicBezTo>
                    <a:pt x="59473" y="1256"/>
                    <a:pt x="59032" y="433"/>
                    <a:pt x="58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6"/>
            <p:cNvSpPr/>
            <p:nvPr/>
          </p:nvSpPr>
          <p:spPr>
            <a:xfrm>
              <a:off x="3004600" y="2482425"/>
              <a:ext cx="74700" cy="94175"/>
            </a:xfrm>
            <a:custGeom>
              <a:rect b="b" l="l" r="r" t="t"/>
              <a:pathLst>
                <a:path extrusionOk="0" h="3767" w="2988">
                  <a:moveTo>
                    <a:pt x="2916" y="1"/>
                  </a:moveTo>
                  <a:cubicBezTo>
                    <a:pt x="2898" y="1"/>
                    <a:pt x="2878" y="7"/>
                    <a:pt x="2856" y="19"/>
                  </a:cubicBezTo>
                  <a:lnTo>
                    <a:pt x="132" y="1598"/>
                  </a:lnTo>
                  <a:cubicBezTo>
                    <a:pt x="60" y="1639"/>
                    <a:pt x="1" y="1743"/>
                    <a:pt x="1" y="1825"/>
                  </a:cubicBezTo>
                  <a:lnTo>
                    <a:pt x="1" y="3673"/>
                  </a:lnTo>
                  <a:cubicBezTo>
                    <a:pt x="1" y="3732"/>
                    <a:pt x="31" y="3767"/>
                    <a:pt x="74" y="3767"/>
                  </a:cubicBezTo>
                  <a:cubicBezTo>
                    <a:pt x="92" y="3767"/>
                    <a:pt x="112" y="3761"/>
                    <a:pt x="132" y="3749"/>
                  </a:cubicBezTo>
                  <a:lnTo>
                    <a:pt x="2856" y="2170"/>
                  </a:lnTo>
                  <a:cubicBezTo>
                    <a:pt x="2929" y="2129"/>
                    <a:pt x="2987" y="2026"/>
                    <a:pt x="2987" y="1939"/>
                  </a:cubicBezTo>
                  <a:lnTo>
                    <a:pt x="2987" y="94"/>
                  </a:lnTo>
                  <a:cubicBezTo>
                    <a:pt x="2987" y="34"/>
                    <a:pt x="2958" y="1"/>
                    <a:pt x="291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6"/>
            <p:cNvSpPr/>
            <p:nvPr/>
          </p:nvSpPr>
          <p:spPr>
            <a:xfrm>
              <a:off x="3692325" y="2495850"/>
              <a:ext cx="256375" cy="327500"/>
            </a:xfrm>
            <a:custGeom>
              <a:rect b="b" l="l" r="r" t="t"/>
              <a:pathLst>
                <a:path extrusionOk="0" h="13100" w="10255">
                  <a:moveTo>
                    <a:pt x="10103" y="0"/>
                  </a:moveTo>
                  <a:cubicBezTo>
                    <a:pt x="10087" y="0"/>
                    <a:pt x="10071" y="3"/>
                    <a:pt x="10055" y="9"/>
                  </a:cubicBezTo>
                  <a:cubicBezTo>
                    <a:pt x="6841" y="1137"/>
                    <a:pt x="1418" y="6388"/>
                    <a:pt x="18" y="12933"/>
                  </a:cubicBezTo>
                  <a:cubicBezTo>
                    <a:pt x="0" y="13008"/>
                    <a:pt x="48" y="13081"/>
                    <a:pt x="121" y="13098"/>
                  </a:cubicBezTo>
                  <a:cubicBezTo>
                    <a:pt x="131" y="13098"/>
                    <a:pt x="140" y="13099"/>
                    <a:pt x="148" y="13099"/>
                  </a:cubicBezTo>
                  <a:cubicBezTo>
                    <a:pt x="152" y="13099"/>
                    <a:pt x="156" y="13099"/>
                    <a:pt x="159" y="13098"/>
                  </a:cubicBezTo>
                  <a:cubicBezTo>
                    <a:pt x="221" y="13095"/>
                    <a:pt x="273" y="13053"/>
                    <a:pt x="287" y="12991"/>
                  </a:cubicBezTo>
                  <a:cubicBezTo>
                    <a:pt x="1669" y="6543"/>
                    <a:pt x="6993" y="1378"/>
                    <a:pt x="10144" y="268"/>
                  </a:cubicBezTo>
                  <a:cubicBezTo>
                    <a:pt x="10217" y="243"/>
                    <a:pt x="10255" y="165"/>
                    <a:pt x="10231" y="92"/>
                  </a:cubicBezTo>
                  <a:cubicBezTo>
                    <a:pt x="10212" y="36"/>
                    <a:pt x="10160" y="0"/>
                    <a:pt x="10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6"/>
            <p:cNvSpPr/>
            <p:nvPr/>
          </p:nvSpPr>
          <p:spPr>
            <a:xfrm>
              <a:off x="1265625" y="2709875"/>
              <a:ext cx="157600" cy="449700"/>
            </a:xfrm>
            <a:custGeom>
              <a:rect b="b" l="l" r="r" t="t"/>
              <a:pathLst>
                <a:path extrusionOk="0" h="17988" w="6304">
                  <a:moveTo>
                    <a:pt x="183" y="0"/>
                  </a:moveTo>
                  <a:cubicBezTo>
                    <a:pt x="139" y="0"/>
                    <a:pt x="96" y="17"/>
                    <a:pt x="62" y="51"/>
                  </a:cubicBezTo>
                  <a:cubicBezTo>
                    <a:pt x="0" y="113"/>
                    <a:pt x="0" y="220"/>
                    <a:pt x="66" y="282"/>
                  </a:cubicBezTo>
                  <a:cubicBezTo>
                    <a:pt x="3186" y="3330"/>
                    <a:pt x="5962" y="10895"/>
                    <a:pt x="5010" y="17801"/>
                  </a:cubicBezTo>
                  <a:cubicBezTo>
                    <a:pt x="4997" y="17891"/>
                    <a:pt x="5059" y="17974"/>
                    <a:pt x="5148" y="17988"/>
                  </a:cubicBezTo>
                  <a:lnTo>
                    <a:pt x="5172" y="17988"/>
                  </a:lnTo>
                  <a:cubicBezTo>
                    <a:pt x="5252" y="17988"/>
                    <a:pt x="5324" y="17929"/>
                    <a:pt x="5334" y="17846"/>
                  </a:cubicBezTo>
                  <a:cubicBezTo>
                    <a:pt x="6303" y="10839"/>
                    <a:pt x="3472" y="3151"/>
                    <a:pt x="296" y="48"/>
                  </a:cubicBezTo>
                  <a:cubicBezTo>
                    <a:pt x="265" y="16"/>
                    <a:pt x="224" y="0"/>
                    <a:pt x="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6"/>
            <p:cNvSpPr/>
            <p:nvPr/>
          </p:nvSpPr>
          <p:spPr>
            <a:xfrm>
              <a:off x="1175550" y="2867800"/>
              <a:ext cx="143000" cy="407625"/>
            </a:xfrm>
            <a:custGeom>
              <a:rect b="b" l="l" r="r" t="t"/>
              <a:pathLst>
                <a:path extrusionOk="0" h="16305" w="5720">
                  <a:moveTo>
                    <a:pt x="181" y="1"/>
                  </a:moveTo>
                  <a:cubicBezTo>
                    <a:pt x="138" y="1"/>
                    <a:pt x="94" y="18"/>
                    <a:pt x="62" y="54"/>
                  </a:cubicBezTo>
                  <a:cubicBezTo>
                    <a:pt x="0" y="120"/>
                    <a:pt x="3" y="223"/>
                    <a:pt x="69" y="286"/>
                  </a:cubicBezTo>
                  <a:cubicBezTo>
                    <a:pt x="2311" y="2382"/>
                    <a:pt x="5389" y="9598"/>
                    <a:pt x="5117" y="16133"/>
                  </a:cubicBezTo>
                  <a:cubicBezTo>
                    <a:pt x="5113" y="16222"/>
                    <a:pt x="5182" y="16301"/>
                    <a:pt x="5276" y="16305"/>
                  </a:cubicBezTo>
                  <a:lnTo>
                    <a:pt x="5279" y="16305"/>
                  </a:lnTo>
                  <a:cubicBezTo>
                    <a:pt x="5368" y="16305"/>
                    <a:pt x="5441" y="16236"/>
                    <a:pt x="5444" y="16146"/>
                  </a:cubicBezTo>
                  <a:cubicBezTo>
                    <a:pt x="5720" y="9519"/>
                    <a:pt x="2580" y="2185"/>
                    <a:pt x="293" y="44"/>
                  </a:cubicBezTo>
                  <a:cubicBezTo>
                    <a:pt x="262" y="16"/>
                    <a:pt x="221" y="1"/>
                    <a:pt x="1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6"/>
            <p:cNvSpPr/>
            <p:nvPr/>
          </p:nvSpPr>
          <p:spPr>
            <a:xfrm>
              <a:off x="1159250" y="3054800"/>
              <a:ext cx="128475" cy="27550"/>
            </a:xfrm>
            <a:custGeom>
              <a:rect b="b" l="l" r="r" t="t"/>
              <a:pathLst>
                <a:path extrusionOk="0" h="1102" w="5139">
                  <a:moveTo>
                    <a:pt x="170" y="1"/>
                  </a:moveTo>
                  <a:cubicBezTo>
                    <a:pt x="73" y="1"/>
                    <a:pt x="7" y="72"/>
                    <a:pt x="4" y="160"/>
                  </a:cubicBezTo>
                  <a:cubicBezTo>
                    <a:pt x="0" y="249"/>
                    <a:pt x="70" y="325"/>
                    <a:pt x="162" y="332"/>
                  </a:cubicBezTo>
                  <a:cubicBezTo>
                    <a:pt x="186" y="332"/>
                    <a:pt x="2804" y="446"/>
                    <a:pt x="4903" y="1094"/>
                  </a:cubicBezTo>
                  <a:cubicBezTo>
                    <a:pt x="4920" y="1101"/>
                    <a:pt x="4938" y="1101"/>
                    <a:pt x="4952" y="1101"/>
                  </a:cubicBezTo>
                  <a:cubicBezTo>
                    <a:pt x="5024" y="1101"/>
                    <a:pt x="5089" y="1056"/>
                    <a:pt x="5110" y="987"/>
                  </a:cubicBezTo>
                  <a:cubicBezTo>
                    <a:pt x="5138" y="901"/>
                    <a:pt x="5089" y="808"/>
                    <a:pt x="5003" y="780"/>
                  </a:cubicBezTo>
                  <a:cubicBezTo>
                    <a:pt x="2862" y="118"/>
                    <a:pt x="204" y="1"/>
                    <a:pt x="176" y="1"/>
                  </a:cubicBezTo>
                  <a:cubicBezTo>
                    <a:pt x="174" y="1"/>
                    <a:pt x="172" y="1"/>
                    <a:pt x="1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6"/>
            <p:cNvSpPr/>
            <p:nvPr/>
          </p:nvSpPr>
          <p:spPr>
            <a:xfrm>
              <a:off x="1215725" y="2308700"/>
              <a:ext cx="2510500" cy="1444425"/>
            </a:xfrm>
            <a:custGeom>
              <a:rect b="b" l="l" r="r" t="t"/>
              <a:pathLst>
                <a:path extrusionOk="0" h="57777" w="100420">
                  <a:moveTo>
                    <a:pt x="65079" y="1"/>
                  </a:moveTo>
                  <a:cubicBezTo>
                    <a:pt x="64601" y="1"/>
                    <a:pt x="64122" y="106"/>
                    <a:pt x="63757" y="316"/>
                  </a:cubicBezTo>
                  <a:lnTo>
                    <a:pt x="731" y="36713"/>
                  </a:lnTo>
                  <a:cubicBezTo>
                    <a:pt x="0" y="37138"/>
                    <a:pt x="0" y="37821"/>
                    <a:pt x="731" y="38241"/>
                  </a:cubicBezTo>
                  <a:lnTo>
                    <a:pt x="34021" y="57460"/>
                  </a:lnTo>
                  <a:cubicBezTo>
                    <a:pt x="34385" y="57671"/>
                    <a:pt x="34862" y="57776"/>
                    <a:pt x="35340" y="57776"/>
                  </a:cubicBezTo>
                  <a:cubicBezTo>
                    <a:pt x="35818" y="57776"/>
                    <a:pt x="36297" y="57671"/>
                    <a:pt x="36663" y="57460"/>
                  </a:cubicBezTo>
                  <a:lnTo>
                    <a:pt x="99688" y="21063"/>
                  </a:lnTo>
                  <a:cubicBezTo>
                    <a:pt x="100420" y="20643"/>
                    <a:pt x="100420" y="19956"/>
                    <a:pt x="99688" y="19536"/>
                  </a:cubicBezTo>
                  <a:lnTo>
                    <a:pt x="66398" y="316"/>
                  </a:lnTo>
                  <a:cubicBezTo>
                    <a:pt x="66034" y="106"/>
                    <a:pt x="65557" y="1"/>
                    <a:pt x="65079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6"/>
            <p:cNvSpPr/>
            <p:nvPr/>
          </p:nvSpPr>
          <p:spPr>
            <a:xfrm>
              <a:off x="1658450" y="3423975"/>
              <a:ext cx="142400" cy="74925"/>
            </a:xfrm>
            <a:custGeom>
              <a:rect b="b" l="l" r="r" t="t"/>
              <a:pathLst>
                <a:path extrusionOk="0" h="2997" w="5696">
                  <a:moveTo>
                    <a:pt x="2848" y="0"/>
                  </a:moveTo>
                  <a:cubicBezTo>
                    <a:pt x="2184" y="0"/>
                    <a:pt x="1521" y="147"/>
                    <a:pt x="1014" y="440"/>
                  </a:cubicBezTo>
                  <a:cubicBezTo>
                    <a:pt x="0" y="1023"/>
                    <a:pt x="0" y="1971"/>
                    <a:pt x="1014" y="2557"/>
                  </a:cubicBezTo>
                  <a:cubicBezTo>
                    <a:pt x="1521" y="2850"/>
                    <a:pt x="2184" y="2997"/>
                    <a:pt x="2848" y="2997"/>
                  </a:cubicBezTo>
                  <a:cubicBezTo>
                    <a:pt x="3512" y="2997"/>
                    <a:pt x="4175" y="2850"/>
                    <a:pt x="4682" y="2557"/>
                  </a:cubicBezTo>
                  <a:cubicBezTo>
                    <a:pt x="5696" y="1971"/>
                    <a:pt x="5696" y="1023"/>
                    <a:pt x="4682" y="440"/>
                  </a:cubicBezTo>
                  <a:cubicBezTo>
                    <a:pt x="4175" y="147"/>
                    <a:pt x="3512" y="0"/>
                    <a:pt x="28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6"/>
            <p:cNvSpPr/>
            <p:nvPr/>
          </p:nvSpPr>
          <p:spPr>
            <a:xfrm>
              <a:off x="1406800" y="2418000"/>
              <a:ext cx="2139350" cy="1232375"/>
            </a:xfrm>
            <a:custGeom>
              <a:rect b="b" l="l" r="r" t="t"/>
              <a:pathLst>
                <a:path extrusionOk="0" h="49295" w="85574">
                  <a:moveTo>
                    <a:pt x="52913" y="0"/>
                  </a:moveTo>
                  <a:cubicBezTo>
                    <a:pt x="52625" y="0"/>
                    <a:pt x="52337" y="64"/>
                    <a:pt x="52117" y="192"/>
                  </a:cubicBezTo>
                  <a:lnTo>
                    <a:pt x="439" y="30045"/>
                  </a:lnTo>
                  <a:cubicBezTo>
                    <a:pt x="1" y="30297"/>
                    <a:pt x="1" y="30707"/>
                    <a:pt x="439" y="30963"/>
                  </a:cubicBezTo>
                  <a:lnTo>
                    <a:pt x="31861" y="49106"/>
                  </a:lnTo>
                  <a:cubicBezTo>
                    <a:pt x="32079" y="49232"/>
                    <a:pt x="32367" y="49295"/>
                    <a:pt x="32654" y="49295"/>
                  </a:cubicBezTo>
                  <a:cubicBezTo>
                    <a:pt x="32941" y="49295"/>
                    <a:pt x="33228" y="49232"/>
                    <a:pt x="33447" y="49106"/>
                  </a:cubicBezTo>
                  <a:lnTo>
                    <a:pt x="85139" y="19246"/>
                  </a:lnTo>
                  <a:cubicBezTo>
                    <a:pt x="85573" y="18994"/>
                    <a:pt x="85573" y="18584"/>
                    <a:pt x="85139" y="18329"/>
                  </a:cubicBezTo>
                  <a:lnTo>
                    <a:pt x="53704" y="189"/>
                  </a:lnTo>
                  <a:cubicBezTo>
                    <a:pt x="53486" y="63"/>
                    <a:pt x="53200" y="0"/>
                    <a:pt x="5291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6"/>
            <p:cNvSpPr/>
            <p:nvPr/>
          </p:nvSpPr>
          <p:spPr>
            <a:xfrm>
              <a:off x="1696725" y="3035250"/>
              <a:ext cx="767025" cy="441525"/>
            </a:xfrm>
            <a:custGeom>
              <a:rect b="b" l="l" r="r" t="t"/>
              <a:pathLst>
                <a:path extrusionOk="0" h="17661" w="30681">
                  <a:moveTo>
                    <a:pt x="12095" y="1"/>
                  </a:moveTo>
                  <a:lnTo>
                    <a:pt x="365" y="6772"/>
                  </a:lnTo>
                  <a:cubicBezTo>
                    <a:pt x="0" y="6983"/>
                    <a:pt x="0" y="7324"/>
                    <a:pt x="365" y="7535"/>
                  </a:cubicBezTo>
                  <a:lnTo>
                    <a:pt x="17630" y="17503"/>
                  </a:lnTo>
                  <a:cubicBezTo>
                    <a:pt x="17810" y="17608"/>
                    <a:pt x="18049" y="17661"/>
                    <a:pt x="18288" y="17661"/>
                  </a:cubicBezTo>
                  <a:cubicBezTo>
                    <a:pt x="18528" y="17661"/>
                    <a:pt x="18767" y="17608"/>
                    <a:pt x="18950" y="17503"/>
                  </a:cubicBezTo>
                  <a:lnTo>
                    <a:pt x="30680" y="10731"/>
                  </a:lnTo>
                  <a:lnTo>
                    <a:pt x="12095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46"/>
            <p:cNvSpPr/>
            <p:nvPr/>
          </p:nvSpPr>
          <p:spPr>
            <a:xfrm>
              <a:off x="1999000" y="3035250"/>
              <a:ext cx="464650" cy="268275"/>
            </a:xfrm>
            <a:custGeom>
              <a:rect b="b" l="l" r="r" t="t"/>
              <a:pathLst>
                <a:path extrusionOk="0" h="10731" w="18586">
                  <a:moveTo>
                    <a:pt x="1" y="1"/>
                  </a:moveTo>
                  <a:lnTo>
                    <a:pt x="18585" y="10731"/>
                  </a:lnTo>
                  <a:lnTo>
                    <a:pt x="18585" y="10731"/>
                  </a:lnTo>
                  <a:lnTo>
                    <a:pt x="16396" y="2024"/>
                  </a:lnTo>
                  <a:cubicBezTo>
                    <a:pt x="16344" y="1817"/>
                    <a:pt x="16231" y="1628"/>
                    <a:pt x="16069" y="1494"/>
                  </a:cubicBezTo>
                  <a:cubicBezTo>
                    <a:pt x="16065" y="1494"/>
                    <a:pt x="16065" y="1490"/>
                    <a:pt x="16061" y="1490"/>
                  </a:cubicBezTo>
                  <a:cubicBezTo>
                    <a:pt x="15896" y="1349"/>
                    <a:pt x="15693" y="1259"/>
                    <a:pt x="15475" y="124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6"/>
            <p:cNvSpPr/>
            <p:nvPr/>
          </p:nvSpPr>
          <p:spPr>
            <a:xfrm>
              <a:off x="1999000" y="3035250"/>
              <a:ext cx="464650" cy="268275"/>
            </a:xfrm>
            <a:custGeom>
              <a:rect b="b" l="l" r="r" t="t"/>
              <a:pathLst>
                <a:path extrusionOk="0" h="10731" w="18586">
                  <a:moveTo>
                    <a:pt x="1" y="1"/>
                  </a:moveTo>
                  <a:lnTo>
                    <a:pt x="1156" y="9306"/>
                  </a:lnTo>
                  <a:cubicBezTo>
                    <a:pt x="1204" y="9713"/>
                    <a:pt x="1542" y="10027"/>
                    <a:pt x="1952" y="10045"/>
                  </a:cubicBezTo>
                  <a:lnTo>
                    <a:pt x="18585" y="107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6"/>
            <p:cNvSpPr/>
            <p:nvPr/>
          </p:nvSpPr>
          <p:spPr>
            <a:xfrm>
              <a:off x="1999000" y="3035250"/>
              <a:ext cx="464650" cy="268275"/>
            </a:xfrm>
            <a:custGeom>
              <a:rect b="b" l="l" r="r" t="t"/>
              <a:pathLst>
                <a:path extrusionOk="0" h="10731" w="18586">
                  <a:moveTo>
                    <a:pt x="1" y="1"/>
                  </a:moveTo>
                  <a:lnTo>
                    <a:pt x="1156" y="9306"/>
                  </a:lnTo>
                  <a:cubicBezTo>
                    <a:pt x="1204" y="9713"/>
                    <a:pt x="1542" y="10027"/>
                    <a:pt x="1952" y="10045"/>
                  </a:cubicBezTo>
                  <a:lnTo>
                    <a:pt x="18585" y="10731"/>
                  </a:lnTo>
                  <a:lnTo>
                    <a:pt x="2404" y="9445"/>
                  </a:lnTo>
                  <a:cubicBezTo>
                    <a:pt x="2235" y="9430"/>
                    <a:pt x="2090" y="9310"/>
                    <a:pt x="2056" y="914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46"/>
            <p:cNvSpPr/>
            <p:nvPr/>
          </p:nvSpPr>
          <p:spPr>
            <a:xfrm>
              <a:off x="2092025" y="3285675"/>
              <a:ext cx="78475" cy="196725"/>
            </a:xfrm>
            <a:custGeom>
              <a:rect b="b" l="l" r="r" t="t"/>
              <a:pathLst>
                <a:path extrusionOk="0" h="7869" w="3139">
                  <a:moveTo>
                    <a:pt x="0" y="0"/>
                  </a:moveTo>
                  <a:lnTo>
                    <a:pt x="2476" y="7868"/>
                  </a:lnTo>
                  <a:lnTo>
                    <a:pt x="3138" y="7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6"/>
            <p:cNvSpPr/>
            <p:nvPr/>
          </p:nvSpPr>
          <p:spPr>
            <a:xfrm>
              <a:off x="1689275" y="3204550"/>
              <a:ext cx="340800" cy="45375"/>
            </a:xfrm>
            <a:custGeom>
              <a:rect b="b" l="l" r="r" t="t"/>
              <a:pathLst>
                <a:path extrusionOk="0" h="1815" w="13632">
                  <a:moveTo>
                    <a:pt x="663" y="0"/>
                  </a:moveTo>
                  <a:lnTo>
                    <a:pt x="1" y="383"/>
                  </a:lnTo>
                  <a:lnTo>
                    <a:pt x="13631" y="1814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6"/>
            <p:cNvSpPr/>
            <p:nvPr/>
          </p:nvSpPr>
          <p:spPr>
            <a:xfrm>
              <a:off x="2254250" y="2611600"/>
              <a:ext cx="945475" cy="543300"/>
            </a:xfrm>
            <a:custGeom>
              <a:rect b="b" l="l" r="r" t="t"/>
              <a:pathLst>
                <a:path extrusionOk="0" h="21732" w="37819">
                  <a:moveTo>
                    <a:pt x="22009" y="0"/>
                  </a:moveTo>
                  <a:cubicBezTo>
                    <a:pt x="21769" y="0"/>
                    <a:pt x="21530" y="53"/>
                    <a:pt x="21347" y="158"/>
                  </a:cubicBezTo>
                  <a:lnTo>
                    <a:pt x="366" y="12275"/>
                  </a:lnTo>
                  <a:cubicBezTo>
                    <a:pt x="1" y="12485"/>
                    <a:pt x="1" y="12826"/>
                    <a:pt x="366" y="13037"/>
                  </a:cubicBezTo>
                  <a:lnTo>
                    <a:pt x="15151" y="21574"/>
                  </a:lnTo>
                  <a:cubicBezTo>
                    <a:pt x="15334" y="21679"/>
                    <a:pt x="15573" y="21731"/>
                    <a:pt x="15813" y="21731"/>
                  </a:cubicBezTo>
                  <a:cubicBezTo>
                    <a:pt x="16052" y="21731"/>
                    <a:pt x="16290" y="21679"/>
                    <a:pt x="16472" y="21574"/>
                  </a:cubicBezTo>
                  <a:lnTo>
                    <a:pt x="37456" y="9458"/>
                  </a:lnTo>
                  <a:cubicBezTo>
                    <a:pt x="37818" y="9247"/>
                    <a:pt x="37818" y="8906"/>
                    <a:pt x="37456" y="8696"/>
                  </a:cubicBezTo>
                  <a:lnTo>
                    <a:pt x="22667" y="158"/>
                  </a:lnTo>
                  <a:cubicBezTo>
                    <a:pt x="22487" y="53"/>
                    <a:pt x="22248" y="0"/>
                    <a:pt x="22009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6"/>
            <p:cNvSpPr/>
            <p:nvPr/>
          </p:nvSpPr>
          <p:spPr>
            <a:xfrm>
              <a:off x="2547150" y="2788450"/>
              <a:ext cx="359650" cy="189600"/>
            </a:xfrm>
            <a:custGeom>
              <a:rect b="b" l="l" r="r" t="t"/>
              <a:pathLst>
                <a:path extrusionOk="0" h="7584" w="14386">
                  <a:moveTo>
                    <a:pt x="7046" y="2745"/>
                  </a:moveTo>
                  <a:cubicBezTo>
                    <a:pt x="7065" y="2745"/>
                    <a:pt x="7084" y="2745"/>
                    <a:pt x="7103" y="2745"/>
                  </a:cubicBezTo>
                  <a:cubicBezTo>
                    <a:pt x="7700" y="2752"/>
                    <a:pt x="8262" y="2908"/>
                    <a:pt x="8782" y="3207"/>
                  </a:cubicBezTo>
                  <a:cubicBezTo>
                    <a:pt x="9193" y="3445"/>
                    <a:pt x="9462" y="3694"/>
                    <a:pt x="9586" y="3949"/>
                  </a:cubicBezTo>
                  <a:lnTo>
                    <a:pt x="7990" y="4873"/>
                  </a:lnTo>
                  <a:cubicBezTo>
                    <a:pt x="7711" y="5032"/>
                    <a:pt x="7386" y="5111"/>
                    <a:pt x="7012" y="5111"/>
                  </a:cubicBezTo>
                  <a:cubicBezTo>
                    <a:pt x="6932" y="5111"/>
                    <a:pt x="6850" y="5108"/>
                    <a:pt x="6766" y="5100"/>
                  </a:cubicBezTo>
                  <a:cubicBezTo>
                    <a:pt x="6287" y="5059"/>
                    <a:pt x="5865" y="4932"/>
                    <a:pt x="5497" y="4717"/>
                  </a:cubicBezTo>
                  <a:cubicBezTo>
                    <a:pt x="5031" y="4448"/>
                    <a:pt x="4790" y="4190"/>
                    <a:pt x="4780" y="3939"/>
                  </a:cubicBezTo>
                  <a:cubicBezTo>
                    <a:pt x="4769" y="3690"/>
                    <a:pt x="4987" y="3439"/>
                    <a:pt x="5428" y="3180"/>
                  </a:cubicBezTo>
                  <a:cubicBezTo>
                    <a:pt x="5931" y="2890"/>
                    <a:pt x="6471" y="2745"/>
                    <a:pt x="7046" y="2745"/>
                  </a:cubicBezTo>
                  <a:close/>
                  <a:moveTo>
                    <a:pt x="6704" y="1"/>
                  </a:moveTo>
                  <a:cubicBezTo>
                    <a:pt x="6249" y="1"/>
                    <a:pt x="5794" y="34"/>
                    <a:pt x="5338" y="101"/>
                  </a:cubicBezTo>
                  <a:cubicBezTo>
                    <a:pt x="4204" y="263"/>
                    <a:pt x="3114" y="646"/>
                    <a:pt x="2066" y="1253"/>
                  </a:cubicBezTo>
                  <a:cubicBezTo>
                    <a:pt x="1145" y="1784"/>
                    <a:pt x="549" y="2356"/>
                    <a:pt x="273" y="2976"/>
                  </a:cubicBezTo>
                  <a:cubicBezTo>
                    <a:pt x="1" y="3594"/>
                    <a:pt x="42" y="4214"/>
                    <a:pt x="408" y="4835"/>
                  </a:cubicBezTo>
                  <a:cubicBezTo>
                    <a:pt x="770" y="5456"/>
                    <a:pt x="1422" y="6038"/>
                    <a:pt x="2363" y="6583"/>
                  </a:cubicBezTo>
                  <a:cubicBezTo>
                    <a:pt x="2808" y="6838"/>
                    <a:pt x="3287" y="7052"/>
                    <a:pt x="3804" y="7228"/>
                  </a:cubicBezTo>
                  <a:cubicBezTo>
                    <a:pt x="4321" y="7403"/>
                    <a:pt x="4814" y="7518"/>
                    <a:pt x="5280" y="7576"/>
                  </a:cubicBezTo>
                  <a:cubicBezTo>
                    <a:pt x="5309" y="7581"/>
                    <a:pt x="5335" y="7583"/>
                    <a:pt x="5359" y="7583"/>
                  </a:cubicBezTo>
                  <a:cubicBezTo>
                    <a:pt x="5403" y="7583"/>
                    <a:pt x="5438" y="7576"/>
                    <a:pt x="5462" y="7562"/>
                  </a:cubicBezTo>
                  <a:cubicBezTo>
                    <a:pt x="5472" y="7559"/>
                    <a:pt x="5490" y="7538"/>
                    <a:pt x="5521" y="7504"/>
                  </a:cubicBezTo>
                  <a:lnTo>
                    <a:pt x="5921" y="6938"/>
                  </a:lnTo>
                  <a:cubicBezTo>
                    <a:pt x="5945" y="6900"/>
                    <a:pt x="5945" y="6873"/>
                    <a:pt x="5921" y="6859"/>
                  </a:cubicBezTo>
                  <a:cubicBezTo>
                    <a:pt x="5900" y="6845"/>
                    <a:pt x="5859" y="6835"/>
                    <a:pt x="5797" y="6828"/>
                  </a:cubicBezTo>
                  <a:cubicBezTo>
                    <a:pt x="5414" y="6790"/>
                    <a:pt x="5004" y="6700"/>
                    <a:pt x="4562" y="6552"/>
                  </a:cubicBezTo>
                  <a:cubicBezTo>
                    <a:pt x="4121" y="6404"/>
                    <a:pt x="3714" y="6221"/>
                    <a:pt x="3338" y="6004"/>
                  </a:cubicBezTo>
                  <a:cubicBezTo>
                    <a:pt x="2652" y="5607"/>
                    <a:pt x="2166" y="5177"/>
                    <a:pt x="1887" y="4714"/>
                  </a:cubicBezTo>
                  <a:cubicBezTo>
                    <a:pt x="1608" y="4256"/>
                    <a:pt x="1576" y="3783"/>
                    <a:pt x="1790" y="3301"/>
                  </a:cubicBezTo>
                  <a:cubicBezTo>
                    <a:pt x="2004" y="2818"/>
                    <a:pt x="2487" y="2363"/>
                    <a:pt x="3235" y="1929"/>
                  </a:cubicBezTo>
                  <a:cubicBezTo>
                    <a:pt x="4430" y="1239"/>
                    <a:pt x="5649" y="892"/>
                    <a:pt x="6893" y="892"/>
                  </a:cubicBezTo>
                  <a:cubicBezTo>
                    <a:pt x="6980" y="892"/>
                    <a:pt x="7068" y="894"/>
                    <a:pt x="7156" y="897"/>
                  </a:cubicBezTo>
                  <a:cubicBezTo>
                    <a:pt x="8493" y="949"/>
                    <a:pt x="9775" y="1329"/>
                    <a:pt x="11007" y="2042"/>
                  </a:cubicBezTo>
                  <a:cubicBezTo>
                    <a:pt x="11683" y="2432"/>
                    <a:pt x="12159" y="2845"/>
                    <a:pt x="12438" y="3290"/>
                  </a:cubicBezTo>
                  <a:cubicBezTo>
                    <a:pt x="12717" y="3735"/>
                    <a:pt x="12765" y="4184"/>
                    <a:pt x="12582" y="4631"/>
                  </a:cubicBezTo>
                  <a:cubicBezTo>
                    <a:pt x="12396" y="5083"/>
                    <a:pt x="11962" y="5508"/>
                    <a:pt x="11272" y="5904"/>
                  </a:cubicBezTo>
                  <a:cubicBezTo>
                    <a:pt x="10652" y="6262"/>
                    <a:pt x="10090" y="6493"/>
                    <a:pt x="9579" y="6597"/>
                  </a:cubicBezTo>
                  <a:cubicBezTo>
                    <a:pt x="9387" y="6636"/>
                    <a:pt x="9209" y="6655"/>
                    <a:pt x="9047" y="6655"/>
                  </a:cubicBezTo>
                  <a:cubicBezTo>
                    <a:pt x="8780" y="6655"/>
                    <a:pt x="8554" y="6602"/>
                    <a:pt x="8369" y="6497"/>
                  </a:cubicBezTo>
                  <a:cubicBezTo>
                    <a:pt x="8193" y="6393"/>
                    <a:pt x="8114" y="6294"/>
                    <a:pt x="8131" y="6194"/>
                  </a:cubicBezTo>
                  <a:cubicBezTo>
                    <a:pt x="8152" y="6094"/>
                    <a:pt x="8273" y="5979"/>
                    <a:pt x="8493" y="5852"/>
                  </a:cubicBezTo>
                  <a:lnTo>
                    <a:pt x="11248" y="4262"/>
                  </a:lnTo>
                  <a:cubicBezTo>
                    <a:pt x="11228" y="4001"/>
                    <a:pt x="11093" y="3724"/>
                    <a:pt x="10851" y="3428"/>
                  </a:cubicBezTo>
                  <a:cubicBezTo>
                    <a:pt x="10614" y="3135"/>
                    <a:pt x="10297" y="2876"/>
                    <a:pt x="9907" y="2653"/>
                  </a:cubicBezTo>
                  <a:cubicBezTo>
                    <a:pt x="9003" y="2128"/>
                    <a:pt x="8052" y="1859"/>
                    <a:pt x="7049" y="1835"/>
                  </a:cubicBezTo>
                  <a:cubicBezTo>
                    <a:pt x="7009" y="1834"/>
                    <a:pt x="6970" y="1834"/>
                    <a:pt x="6930" y="1834"/>
                  </a:cubicBezTo>
                  <a:cubicBezTo>
                    <a:pt x="5971" y="1834"/>
                    <a:pt x="5073" y="2076"/>
                    <a:pt x="4235" y="2559"/>
                  </a:cubicBezTo>
                  <a:cubicBezTo>
                    <a:pt x="3532" y="2966"/>
                    <a:pt x="3193" y="3401"/>
                    <a:pt x="3225" y="3869"/>
                  </a:cubicBezTo>
                  <a:cubicBezTo>
                    <a:pt x="3255" y="4338"/>
                    <a:pt x="3621" y="4779"/>
                    <a:pt x="4328" y="5197"/>
                  </a:cubicBezTo>
                  <a:cubicBezTo>
                    <a:pt x="4742" y="5435"/>
                    <a:pt x="5187" y="5607"/>
                    <a:pt x="5669" y="5715"/>
                  </a:cubicBezTo>
                  <a:cubicBezTo>
                    <a:pt x="6024" y="5790"/>
                    <a:pt x="6382" y="5829"/>
                    <a:pt x="6744" y="5829"/>
                  </a:cubicBezTo>
                  <a:cubicBezTo>
                    <a:pt x="6875" y="5829"/>
                    <a:pt x="7006" y="5824"/>
                    <a:pt x="7138" y="5814"/>
                  </a:cubicBezTo>
                  <a:lnTo>
                    <a:pt x="7138" y="5814"/>
                  </a:lnTo>
                  <a:cubicBezTo>
                    <a:pt x="6949" y="6004"/>
                    <a:pt x="6872" y="6204"/>
                    <a:pt x="6914" y="6414"/>
                  </a:cubicBezTo>
                  <a:cubicBezTo>
                    <a:pt x="6959" y="6621"/>
                    <a:pt x="7135" y="6818"/>
                    <a:pt x="7448" y="7000"/>
                  </a:cubicBezTo>
                  <a:cubicBezTo>
                    <a:pt x="8004" y="7319"/>
                    <a:pt x="8648" y="7478"/>
                    <a:pt x="9383" y="7478"/>
                  </a:cubicBezTo>
                  <a:cubicBezTo>
                    <a:pt x="9500" y="7478"/>
                    <a:pt x="9620" y="7474"/>
                    <a:pt x="9742" y="7466"/>
                  </a:cubicBezTo>
                  <a:cubicBezTo>
                    <a:pt x="10624" y="7407"/>
                    <a:pt x="11521" y="7114"/>
                    <a:pt x="12431" y="6587"/>
                  </a:cubicBezTo>
                  <a:cubicBezTo>
                    <a:pt x="13289" y="6094"/>
                    <a:pt x="13851" y="5562"/>
                    <a:pt x="14120" y="4990"/>
                  </a:cubicBezTo>
                  <a:cubicBezTo>
                    <a:pt x="14386" y="4421"/>
                    <a:pt x="14344" y="3835"/>
                    <a:pt x="13986" y="3239"/>
                  </a:cubicBezTo>
                  <a:cubicBezTo>
                    <a:pt x="13631" y="2639"/>
                    <a:pt x="12961" y="2056"/>
                    <a:pt x="11982" y="1490"/>
                  </a:cubicBezTo>
                  <a:cubicBezTo>
                    <a:pt x="10934" y="887"/>
                    <a:pt x="9848" y="463"/>
                    <a:pt x="8724" y="218"/>
                  </a:cubicBezTo>
                  <a:cubicBezTo>
                    <a:pt x="8053" y="74"/>
                    <a:pt x="7379" y="1"/>
                    <a:pt x="670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6"/>
            <p:cNvSpPr/>
            <p:nvPr/>
          </p:nvSpPr>
          <p:spPr>
            <a:xfrm>
              <a:off x="3222275" y="2581775"/>
              <a:ext cx="31475" cy="16525"/>
            </a:xfrm>
            <a:custGeom>
              <a:rect b="b" l="l" r="r" t="t"/>
              <a:pathLst>
                <a:path extrusionOk="0" h="661" w="1259">
                  <a:moveTo>
                    <a:pt x="630" y="0"/>
                  </a:moveTo>
                  <a:cubicBezTo>
                    <a:pt x="483" y="0"/>
                    <a:pt x="337" y="32"/>
                    <a:pt x="225" y="96"/>
                  </a:cubicBezTo>
                  <a:cubicBezTo>
                    <a:pt x="0" y="224"/>
                    <a:pt x="0" y="434"/>
                    <a:pt x="225" y="565"/>
                  </a:cubicBezTo>
                  <a:cubicBezTo>
                    <a:pt x="337" y="629"/>
                    <a:pt x="483" y="660"/>
                    <a:pt x="630" y="660"/>
                  </a:cubicBezTo>
                  <a:cubicBezTo>
                    <a:pt x="776" y="660"/>
                    <a:pt x="923" y="629"/>
                    <a:pt x="1035" y="565"/>
                  </a:cubicBezTo>
                  <a:cubicBezTo>
                    <a:pt x="1259" y="434"/>
                    <a:pt x="1259" y="224"/>
                    <a:pt x="1035" y="96"/>
                  </a:cubicBezTo>
                  <a:cubicBezTo>
                    <a:pt x="923" y="32"/>
                    <a:pt x="776" y="0"/>
                    <a:pt x="6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6"/>
            <p:cNvSpPr/>
            <p:nvPr/>
          </p:nvSpPr>
          <p:spPr>
            <a:xfrm>
              <a:off x="3249075" y="2659400"/>
              <a:ext cx="62875" cy="33075"/>
            </a:xfrm>
            <a:custGeom>
              <a:rect b="b" l="l" r="r" t="t"/>
              <a:pathLst>
                <a:path extrusionOk="0" h="1323" w="2515">
                  <a:moveTo>
                    <a:pt x="1257" y="0"/>
                  </a:moveTo>
                  <a:cubicBezTo>
                    <a:pt x="964" y="0"/>
                    <a:pt x="671" y="65"/>
                    <a:pt x="449" y="194"/>
                  </a:cubicBezTo>
                  <a:cubicBezTo>
                    <a:pt x="1" y="453"/>
                    <a:pt x="1" y="873"/>
                    <a:pt x="449" y="1128"/>
                  </a:cubicBezTo>
                  <a:cubicBezTo>
                    <a:pt x="671" y="1258"/>
                    <a:pt x="964" y="1323"/>
                    <a:pt x="1257" y="1323"/>
                  </a:cubicBezTo>
                  <a:cubicBezTo>
                    <a:pt x="1550" y="1323"/>
                    <a:pt x="1844" y="1258"/>
                    <a:pt x="2066" y="1128"/>
                  </a:cubicBezTo>
                  <a:cubicBezTo>
                    <a:pt x="2515" y="873"/>
                    <a:pt x="2515" y="453"/>
                    <a:pt x="2066" y="194"/>
                  </a:cubicBezTo>
                  <a:cubicBezTo>
                    <a:pt x="1844" y="65"/>
                    <a:pt x="1550" y="0"/>
                    <a:pt x="125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6"/>
            <p:cNvSpPr/>
            <p:nvPr/>
          </p:nvSpPr>
          <p:spPr>
            <a:xfrm>
              <a:off x="3062300" y="2550400"/>
              <a:ext cx="176900" cy="99650"/>
            </a:xfrm>
            <a:custGeom>
              <a:rect b="b" l="l" r="r" t="t"/>
              <a:pathLst>
                <a:path extrusionOk="0" h="3986" w="7076">
                  <a:moveTo>
                    <a:pt x="823" y="0"/>
                  </a:moveTo>
                  <a:cubicBezTo>
                    <a:pt x="630" y="0"/>
                    <a:pt x="442" y="41"/>
                    <a:pt x="300" y="123"/>
                  </a:cubicBezTo>
                  <a:cubicBezTo>
                    <a:pt x="0" y="296"/>
                    <a:pt x="17" y="582"/>
                    <a:pt x="334" y="768"/>
                  </a:cubicBezTo>
                  <a:lnTo>
                    <a:pt x="5662" y="3844"/>
                  </a:lnTo>
                  <a:cubicBezTo>
                    <a:pt x="5826" y="3939"/>
                    <a:pt x="6038" y="3986"/>
                    <a:pt x="6247" y="3986"/>
                  </a:cubicBezTo>
                  <a:cubicBezTo>
                    <a:pt x="6441" y="3986"/>
                    <a:pt x="6632" y="3945"/>
                    <a:pt x="6775" y="3861"/>
                  </a:cubicBezTo>
                  <a:cubicBezTo>
                    <a:pt x="7075" y="3693"/>
                    <a:pt x="7058" y="3403"/>
                    <a:pt x="6741" y="3220"/>
                  </a:cubicBezTo>
                  <a:lnTo>
                    <a:pt x="1413" y="144"/>
                  </a:lnTo>
                  <a:cubicBezTo>
                    <a:pt x="1248" y="49"/>
                    <a:pt x="1033" y="0"/>
                    <a:pt x="8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6"/>
            <p:cNvSpPr/>
            <p:nvPr/>
          </p:nvSpPr>
          <p:spPr>
            <a:xfrm>
              <a:off x="1505350" y="934025"/>
              <a:ext cx="1327575" cy="1729850"/>
            </a:xfrm>
            <a:custGeom>
              <a:rect b="b" l="l" r="r" t="t"/>
              <a:pathLst>
                <a:path extrusionOk="0" h="69194" w="53103">
                  <a:moveTo>
                    <a:pt x="50153" y="0"/>
                  </a:moveTo>
                  <a:cubicBezTo>
                    <a:pt x="49811" y="0"/>
                    <a:pt x="49470" y="76"/>
                    <a:pt x="49210" y="228"/>
                  </a:cubicBezTo>
                  <a:lnTo>
                    <a:pt x="945" y="28092"/>
                  </a:lnTo>
                  <a:cubicBezTo>
                    <a:pt x="424" y="28391"/>
                    <a:pt x="0" y="29126"/>
                    <a:pt x="0" y="29726"/>
                  </a:cubicBezTo>
                  <a:lnTo>
                    <a:pt x="4" y="66723"/>
                  </a:lnTo>
                  <a:cubicBezTo>
                    <a:pt x="4" y="67320"/>
                    <a:pt x="427" y="68058"/>
                    <a:pt x="945" y="68354"/>
                  </a:cubicBezTo>
                  <a:lnTo>
                    <a:pt x="2011" y="68972"/>
                  </a:lnTo>
                  <a:cubicBezTo>
                    <a:pt x="2269" y="69120"/>
                    <a:pt x="2610" y="69194"/>
                    <a:pt x="2952" y="69194"/>
                  </a:cubicBezTo>
                  <a:cubicBezTo>
                    <a:pt x="3294" y="69194"/>
                    <a:pt x="3636" y="69120"/>
                    <a:pt x="3896" y="68972"/>
                  </a:cubicBezTo>
                  <a:lnTo>
                    <a:pt x="52158" y="41105"/>
                  </a:lnTo>
                  <a:cubicBezTo>
                    <a:pt x="52679" y="40804"/>
                    <a:pt x="53102" y="40070"/>
                    <a:pt x="53102" y="39470"/>
                  </a:cubicBezTo>
                  <a:lnTo>
                    <a:pt x="53102" y="2472"/>
                  </a:lnTo>
                  <a:cubicBezTo>
                    <a:pt x="53102" y="1872"/>
                    <a:pt x="52682" y="1142"/>
                    <a:pt x="52158" y="842"/>
                  </a:cubicBezTo>
                  <a:lnTo>
                    <a:pt x="51096" y="228"/>
                  </a:lnTo>
                  <a:cubicBezTo>
                    <a:pt x="50835" y="76"/>
                    <a:pt x="50494" y="0"/>
                    <a:pt x="501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6"/>
            <p:cNvSpPr/>
            <p:nvPr/>
          </p:nvSpPr>
          <p:spPr>
            <a:xfrm>
              <a:off x="1512250" y="949375"/>
              <a:ext cx="1303225" cy="704625"/>
            </a:xfrm>
            <a:custGeom>
              <a:rect b="b" l="l" r="r" t="t"/>
              <a:pathLst>
                <a:path extrusionOk="0" h="28185" w="52129">
                  <a:moveTo>
                    <a:pt x="51493" y="1"/>
                  </a:moveTo>
                  <a:lnTo>
                    <a:pt x="51882" y="228"/>
                  </a:lnTo>
                  <a:cubicBezTo>
                    <a:pt x="51967" y="276"/>
                    <a:pt x="52049" y="334"/>
                    <a:pt x="52128" y="402"/>
                  </a:cubicBezTo>
                  <a:lnTo>
                    <a:pt x="52128" y="402"/>
                  </a:lnTo>
                  <a:cubicBezTo>
                    <a:pt x="52049" y="334"/>
                    <a:pt x="51968" y="276"/>
                    <a:pt x="51886" y="224"/>
                  </a:cubicBezTo>
                  <a:lnTo>
                    <a:pt x="51493" y="1"/>
                  </a:lnTo>
                  <a:close/>
                  <a:moveTo>
                    <a:pt x="417" y="27664"/>
                  </a:moveTo>
                  <a:lnTo>
                    <a:pt x="417" y="27664"/>
                  </a:lnTo>
                  <a:cubicBezTo>
                    <a:pt x="258" y="27806"/>
                    <a:pt x="113" y="27984"/>
                    <a:pt x="0" y="28184"/>
                  </a:cubicBezTo>
                  <a:cubicBezTo>
                    <a:pt x="113" y="27988"/>
                    <a:pt x="258" y="27806"/>
                    <a:pt x="417" y="276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6"/>
            <p:cNvSpPr/>
            <p:nvPr/>
          </p:nvSpPr>
          <p:spPr>
            <a:xfrm>
              <a:off x="1512250" y="934025"/>
              <a:ext cx="1313775" cy="758500"/>
            </a:xfrm>
            <a:custGeom>
              <a:rect b="b" l="l" r="r" t="t"/>
              <a:pathLst>
                <a:path extrusionOk="0" h="30340" w="52551">
                  <a:moveTo>
                    <a:pt x="49876" y="1"/>
                  </a:moveTo>
                  <a:cubicBezTo>
                    <a:pt x="49723" y="1"/>
                    <a:pt x="49572" y="15"/>
                    <a:pt x="49427" y="45"/>
                  </a:cubicBezTo>
                  <a:cubicBezTo>
                    <a:pt x="49247" y="83"/>
                    <a:pt x="49079" y="145"/>
                    <a:pt x="48934" y="228"/>
                  </a:cubicBezTo>
                  <a:lnTo>
                    <a:pt x="669" y="28092"/>
                  </a:lnTo>
                  <a:cubicBezTo>
                    <a:pt x="583" y="28143"/>
                    <a:pt x="497" y="28205"/>
                    <a:pt x="417" y="28278"/>
                  </a:cubicBezTo>
                  <a:cubicBezTo>
                    <a:pt x="258" y="28419"/>
                    <a:pt x="113" y="28598"/>
                    <a:pt x="0" y="28798"/>
                  </a:cubicBezTo>
                  <a:lnTo>
                    <a:pt x="2679" y="30339"/>
                  </a:lnTo>
                  <a:lnTo>
                    <a:pt x="52551" y="1546"/>
                  </a:lnTo>
                  <a:cubicBezTo>
                    <a:pt x="52438" y="1345"/>
                    <a:pt x="52293" y="1162"/>
                    <a:pt x="52131" y="1018"/>
                  </a:cubicBezTo>
                  <a:cubicBezTo>
                    <a:pt x="52051" y="949"/>
                    <a:pt x="51968" y="890"/>
                    <a:pt x="51882" y="842"/>
                  </a:cubicBezTo>
                  <a:lnTo>
                    <a:pt x="51493" y="615"/>
                  </a:lnTo>
                  <a:lnTo>
                    <a:pt x="50816" y="228"/>
                  </a:lnTo>
                  <a:cubicBezTo>
                    <a:pt x="50658" y="135"/>
                    <a:pt x="50465" y="69"/>
                    <a:pt x="50261" y="35"/>
                  </a:cubicBezTo>
                  <a:cubicBezTo>
                    <a:pt x="50137" y="11"/>
                    <a:pt x="50006" y="1"/>
                    <a:pt x="49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6"/>
            <p:cNvSpPr/>
            <p:nvPr/>
          </p:nvSpPr>
          <p:spPr>
            <a:xfrm>
              <a:off x="1505350" y="1677175"/>
              <a:ext cx="13475" cy="957175"/>
            </a:xfrm>
            <a:custGeom>
              <a:rect b="b" l="l" r="r" t="t"/>
              <a:pathLst>
                <a:path extrusionOk="0" h="38287" w="539">
                  <a:moveTo>
                    <a:pt x="0" y="0"/>
                  </a:moveTo>
                  <a:lnTo>
                    <a:pt x="0" y="36994"/>
                  </a:lnTo>
                  <a:cubicBezTo>
                    <a:pt x="0" y="37428"/>
                    <a:pt x="221" y="37928"/>
                    <a:pt x="538" y="38286"/>
                  </a:cubicBezTo>
                  <a:cubicBezTo>
                    <a:pt x="221" y="37928"/>
                    <a:pt x="4" y="37425"/>
                    <a:pt x="4" y="3699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6"/>
            <p:cNvSpPr/>
            <p:nvPr/>
          </p:nvSpPr>
          <p:spPr>
            <a:xfrm>
              <a:off x="1505350" y="1653975"/>
              <a:ext cx="92425" cy="1009850"/>
            </a:xfrm>
            <a:custGeom>
              <a:rect b="b" l="l" r="r" t="t"/>
              <a:pathLst>
                <a:path extrusionOk="0" h="40394" w="3697">
                  <a:moveTo>
                    <a:pt x="276" y="0"/>
                  </a:moveTo>
                  <a:cubicBezTo>
                    <a:pt x="107" y="293"/>
                    <a:pt x="0" y="628"/>
                    <a:pt x="0" y="928"/>
                  </a:cubicBezTo>
                  <a:lnTo>
                    <a:pt x="4" y="37925"/>
                  </a:lnTo>
                  <a:cubicBezTo>
                    <a:pt x="4" y="38353"/>
                    <a:pt x="221" y="38856"/>
                    <a:pt x="538" y="39214"/>
                  </a:cubicBezTo>
                  <a:cubicBezTo>
                    <a:pt x="662" y="39353"/>
                    <a:pt x="800" y="39473"/>
                    <a:pt x="945" y="39556"/>
                  </a:cubicBezTo>
                  <a:lnTo>
                    <a:pt x="1987" y="40159"/>
                  </a:lnTo>
                  <a:lnTo>
                    <a:pt x="2011" y="40174"/>
                  </a:lnTo>
                  <a:cubicBezTo>
                    <a:pt x="2090" y="40218"/>
                    <a:pt x="2176" y="40256"/>
                    <a:pt x="2269" y="40287"/>
                  </a:cubicBezTo>
                  <a:cubicBezTo>
                    <a:pt x="2390" y="40328"/>
                    <a:pt x="2517" y="40360"/>
                    <a:pt x="2655" y="40377"/>
                  </a:cubicBezTo>
                  <a:cubicBezTo>
                    <a:pt x="2752" y="40390"/>
                    <a:pt x="2848" y="40394"/>
                    <a:pt x="2948" y="40394"/>
                  </a:cubicBezTo>
                  <a:cubicBezTo>
                    <a:pt x="3100" y="40394"/>
                    <a:pt x="3255" y="40380"/>
                    <a:pt x="3400" y="40349"/>
                  </a:cubicBezTo>
                  <a:cubicBezTo>
                    <a:pt x="3465" y="40336"/>
                    <a:pt x="3527" y="40318"/>
                    <a:pt x="3583" y="40301"/>
                  </a:cubicBezTo>
                  <a:cubicBezTo>
                    <a:pt x="3624" y="40287"/>
                    <a:pt x="3658" y="40274"/>
                    <a:pt x="3696" y="40256"/>
                  </a:cubicBezTo>
                  <a:lnTo>
                    <a:pt x="3696" y="40256"/>
                  </a:lnTo>
                  <a:cubicBezTo>
                    <a:pt x="3613" y="40287"/>
                    <a:pt x="3538" y="40301"/>
                    <a:pt x="3469" y="40301"/>
                  </a:cubicBezTo>
                  <a:cubicBezTo>
                    <a:pt x="3386" y="40301"/>
                    <a:pt x="3311" y="40280"/>
                    <a:pt x="3244" y="40249"/>
                  </a:cubicBezTo>
                  <a:cubicBezTo>
                    <a:pt x="3066" y="40153"/>
                    <a:pt x="2955" y="39938"/>
                    <a:pt x="2955" y="39628"/>
                  </a:cubicBezTo>
                  <a:lnTo>
                    <a:pt x="2955" y="2631"/>
                  </a:lnTo>
                  <a:cubicBezTo>
                    <a:pt x="2955" y="2245"/>
                    <a:pt x="3152" y="1948"/>
                    <a:pt x="3445" y="1828"/>
                  </a:cubicBezTo>
                  <a:lnTo>
                    <a:pt x="2955" y="1541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6"/>
            <p:cNvSpPr/>
            <p:nvPr/>
          </p:nvSpPr>
          <p:spPr>
            <a:xfrm>
              <a:off x="1579200" y="974975"/>
              <a:ext cx="1253725" cy="1685225"/>
            </a:xfrm>
            <a:custGeom>
              <a:rect b="b" l="l" r="r" t="t"/>
              <a:pathLst>
                <a:path extrusionOk="0" h="67409" w="50149">
                  <a:moveTo>
                    <a:pt x="49925" y="0"/>
                  </a:moveTo>
                  <a:lnTo>
                    <a:pt x="30254" y="30136"/>
                  </a:lnTo>
                  <a:lnTo>
                    <a:pt x="26664" y="35636"/>
                  </a:lnTo>
                  <a:cubicBezTo>
                    <a:pt x="25978" y="36687"/>
                    <a:pt x="24820" y="37284"/>
                    <a:pt x="23620" y="37284"/>
                  </a:cubicBezTo>
                  <a:cubicBezTo>
                    <a:pt x="23196" y="37284"/>
                    <a:pt x="22768" y="37208"/>
                    <a:pt x="22351" y="37053"/>
                  </a:cubicBezTo>
                  <a:lnTo>
                    <a:pt x="1" y="28701"/>
                  </a:lnTo>
                  <a:lnTo>
                    <a:pt x="19134" y="37150"/>
                  </a:lnTo>
                  <a:lnTo>
                    <a:pt x="1" y="66172"/>
                  </a:lnTo>
                  <a:lnTo>
                    <a:pt x="1" y="66788"/>
                  </a:lnTo>
                  <a:cubicBezTo>
                    <a:pt x="1" y="67098"/>
                    <a:pt x="112" y="67313"/>
                    <a:pt x="290" y="67409"/>
                  </a:cubicBezTo>
                  <a:lnTo>
                    <a:pt x="19227" y="37188"/>
                  </a:lnTo>
                  <a:lnTo>
                    <a:pt x="22196" y="38501"/>
                  </a:lnTo>
                  <a:cubicBezTo>
                    <a:pt x="22671" y="38711"/>
                    <a:pt x="23168" y="38811"/>
                    <a:pt x="23661" y="38811"/>
                  </a:cubicBezTo>
                  <a:cubicBezTo>
                    <a:pt x="24882" y="38811"/>
                    <a:pt x="26061" y="38194"/>
                    <a:pt x="26744" y="37101"/>
                  </a:cubicBezTo>
                  <a:lnTo>
                    <a:pt x="30916" y="30429"/>
                  </a:lnTo>
                  <a:lnTo>
                    <a:pt x="49856" y="38791"/>
                  </a:lnTo>
                  <a:cubicBezTo>
                    <a:pt x="50032" y="38491"/>
                    <a:pt x="50145" y="38152"/>
                    <a:pt x="50148" y="37850"/>
                  </a:cubicBezTo>
                  <a:lnTo>
                    <a:pt x="30967" y="30343"/>
                  </a:lnTo>
                  <a:lnTo>
                    <a:pt x="49925" y="4"/>
                  </a:lnTo>
                  <a:lnTo>
                    <a:pt x="499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6"/>
            <p:cNvSpPr/>
            <p:nvPr/>
          </p:nvSpPr>
          <p:spPr>
            <a:xfrm>
              <a:off x="1289050" y="1415600"/>
              <a:ext cx="428375" cy="552500"/>
            </a:xfrm>
            <a:custGeom>
              <a:rect b="b" l="l" r="r" t="t"/>
              <a:pathLst>
                <a:path extrusionOk="0" h="22100" w="17135">
                  <a:moveTo>
                    <a:pt x="11718" y="1"/>
                  </a:moveTo>
                  <a:cubicBezTo>
                    <a:pt x="10631" y="1"/>
                    <a:pt x="9404" y="355"/>
                    <a:pt x="8104" y="1105"/>
                  </a:cubicBezTo>
                  <a:cubicBezTo>
                    <a:pt x="3632" y="3687"/>
                    <a:pt x="1" y="9973"/>
                    <a:pt x="1" y="15139"/>
                  </a:cubicBezTo>
                  <a:cubicBezTo>
                    <a:pt x="1" y="17721"/>
                    <a:pt x="908" y="19531"/>
                    <a:pt x="2367" y="20379"/>
                  </a:cubicBezTo>
                  <a:lnTo>
                    <a:pt x="2367" y="20383"/>
                  </a:lnTo>
                  <a:lnTo>
                    <a:pt x="2373" y="20386"/>
                  </a:lnTo>
                  <a:lnTo>
                    <a:pt x="2377" y="20386"/>
                  </a:lnTo>
                  <a:lnTo>
                    <a:pt x="5376" y="22100"/>
                  </a:lnTo>
                  <a:lnTo>
                    <a:pt x="6094" y="20900"/>
                  </a:lnTo>
                  <a:cubicBezTo>
                    <a:pt x="6835" y="20731"/>
                    <a:pt x="7604" y="20465"/>
                    <a:pt x="8417" y="19997"/>
                  </a:cubicBezTo>
                  <a:cubicBezTo>
                    <a:pt x="12894" y="17411"/>
                    <a:pt x="16521" y="11128"/>
                    <a:pt x="16521" y="5960"/>
                  </a:cubicBezTo>
                  <a:cubicBezTo>
                    <a:pt x="16521" y="5194"/>
                    <a:pt x="16417" y="4518"/>
                    <a:pt x="16269" y="3891"/>
                  </a:cubicBezTo>
                  <a:lnTo>
                    <a:pt x="17135" y="2439"/>
                  </a:lnTo>
                  <a:lnTo>
                    <a:pt x="13838" y="536"/>
                  </a:lnTo>
                  <a:lnTo>
                    <a:pt x="13834" y="536"/>
                  </a:lnTo>
                  <a:lnTo>
                    <a:pt x="13804" y="519"/>
                  </a:lnTo>
                  <a:lnTo>
                    <a:pt x="13800" y="522"/>
                  </a:lnTo>
                  <a:cubicBezTo>
                    <a:pt x="13193" y="180"/>
                    <a:pt x="12491" y="1"/>
                    <a:pt x="1171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6"/>
            <p:cNvSpPr/>
            <p:nvPr/>
          </p:nvSpPr>
          <p:spPr>
            <a:xfrm>
              <a:off x="1367425" y="1460475"/>
              <a:ext cx="405150" cy="523200"/>
            </a:xfrm>
            <a:custGeom>
              <a:rect b="b" l="l" r="r" t="t"/>
              <a:pathLst>
                <a:path extrusionOk="0" h="20928" w="16206">
                  <a:moveTo>
                    <a:pt x="11722" y="0"/>
                  </a:moveTo>
                  <a:cubicBezTo>
                    <a:pt x="10633" y="0"/>
                    <a:pt x="9404" y="356"/>
                    <a:pt x="8103" y="1106"/>
                  </a:cubicBezTo>
                  <a:cubicBezTo>
                    <a:pt x="3627" y="3689"/>
                    <a:pt x="0" y="9975"/>
                    <a:pt x="0" y="15144"/>
                  </a:cubicBezTo>
                  <a:cubicBezTo>
                    <a:pt x="0" y="18808"/>
                    <a:pt x="1826" y="20928"/>
                    <a:pt x="4486" y="20928"/>
                  </a:cubicBezTo>
                  <a:cubicBezTo>
                    <a:pt x="5575" y="20928"/>
                    <a:pt x="6803" y="20573"/>
                    <a:pt x="8103" y="19822"/>
                  </a:cubicBezTo>
                  <a:cubicBezTo>
                    <a:pt x="12579" y="17236"/>
                    <a:pt x="16206" y="10954"/>
                    <a:pt x="16206" y="5785"/>
                  </a:cubicBezTo>
                  <a:cubicBezTo>
                    <a:pt x="16206" y="2119"/>
                    <a:pt x="14380" y="0"/>
                    <a:pt x="117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6"/>
            <p:cNvSpPr/>
            <p:nvPr/>
          </p:nvSpPr>
          <p:spPr>
            <a:xfrm>
              <a:off x="1505175" y="1605675"/>
              <a:ext cx="106050" cy="248100"/>
            </a:xfrm>
            <a:custGeom>
              <a:rect b="b" l="l" r="r" t="t"/>
              <a:pathLst>
                <a:path extrusionOk="0" h="9924" w="4242">
                  <a:moveTo>
                    <a:pt x="4065" y="1"/>
                  </a:moveTo>
                  <a:cubicBezTo>
                    <a:pt x="4024" y="1"/>
                    <a:pt x="3979" y="15"/>
                    <a:pt x="3931" y="43"/>
                  </a:cubicBezTo>
                  <a:lnTo>
                    <a:pt x="3035" y="560"/>
                  </a:lnTo>
                  <a:cubicBezTo>
                    <a:pt x="2955" y="605"/>
                    <a:pt x="2886" y="670"/>
                    <a:pt x="2821" y="757"/>
                  </a:cubicBezTo>
                  <a:cubicBezTo>
                    <a:pt x="2755" y="843"/>
                    <a:pt x="2693" y="929"/>
                    <a:pt x="2631" y="1019"/>
                  </a:cubicBezTo>
                  <a:lnTo>
                    <a:pt x="132" y="4732"/>
                  </a:lnTo>
                  <a:cubicBezTo>
                    <a:pt x="62" y="4835"/>
                    <a:pt x="24" y="4936"/>
                    <a:pt x="11" y="5042"/>
                  </a:cubicBezTo>
                  <a:cubicBezTo>
                    <a:pt x="0" y="5146"/>
                    <a:pt x="21" y="5222"/>
                    <a:pt x="76" y="5270"/>
                  </a:cubicBezTo>
                  <a:lnTo>
                    <a:pt x="617" y="5742"/>
                  </a:lnTo>
                  <a:cubicBezTo>
                    <a:pt x="651" y="5768"/>
                    <a:pt x="689" y="5780"/>
                    <a:pt x="729" y="5780"/>
                  </a:cubicBezTo>
                  <a:cubicBezTo>
                    <a:pt x="760" y="5780"/>
                    <a:pt x="793" y="5773"/>
                    <a:pt x="828" y="5760"/>
                  </a:cubicBezTo>
                  <a:cubicBezTo>
                    <a:pt x="910" y="5725"/>
                    <a:pt x="983" y="5660"/>
                    <a:pt x="1055" y="5556"/>
                  </a:cubicBezTo>
                  <a:lnTo>
                    <a:pt x="2686" y="3139"/>
                  </a:lnTo>
                  <a:lnTo>
                    <a:pt x="2686" y="9700"/>
                  </a:lnTo>
                  <a:cubicBezTo>
                    <a:pt x="2686" y="9801"/>
                    <a:pt x="2718" y="9866"/>
                    <a:pt x="2780" y="9901"/>
                  </a:cubicBezTo>
                  <a:cubicBezTo>
                    <a:pt x="2806" y="9916"/>
                    <a:pt x="2835" y="9924"/>
                    <a:pt x="2866" y="9924"/>
                  </a:cubicBezTo>
                  <a:cubicBezTo>
                    <a:pt x="2906" y="9924"/>
                    <a:pt x="2951" y="9910"/>
                    <a:pt x="3000" y="9880"/>
                  </a:cubicBezTo>
                  <a:lnTo>
                    <a:pt x="3931" y="9342"/>
                  </a:lnTo>
                  <a:cubicBezTo>
                    <a:pt x="4013" y="9294"/>
                    <a:pt x="4086" y="9218"/>
                    <a:pt x="4148" y="9111"/>
                  </a:cubicBezTo>
                  <a:cubicBezTo>
                    <a:pt x="4210" y="9005"/>
                    <a:pt x="4241" y="8904"/>
                    <a:pt x="4241" y="8804"/>
                  </a:cubicBezTo>
                  <a:lnTo>
                    <a:pt x="4241" y="222"/>
                  </a:lnTo>
                  <a:cubicBezTo>
                    <a:pt x="4241" y="122"/>
                    <a:pt x="4210" y="56"/>
                    <a:pt x="4148" y="23"/>
                  </a:cubicBezTo>
                  <a:cubicBezTo>
                    <a:pt x="4122" y="8"/>
                    <a:pt x="4095" y="1"/>
                    <a:pt x="406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6"/>
            <p:cNvSpPr/>
            <p:nvPr/>
          </p:nvSpPr>
          <p:spPr>
            <a:xfrm>
              <a:off x="3375350" y="2427000"/>
              <a:ext cx="174425" cy="100475"/>
            </a:xfrm>
            <a:custGeom>
              <a:rect b="b" l="l" r="r" t="t"/>
              <a:pathLst>
                <a:path extrusionOk="0" h="4019" w="6977">
                  <a:moveTo>
                    <a:pt x="3485" y="0"/>
                  </a:moveTo>
                  <a:cubicBezTo>
                    <a:pt x="2595" y="0"/>
                    <a:pt x="1704" y="196"/>
                    <a:pt x="1025" y="587"/>
                  </a:cubicBezTo>
                  <a:cubicBezTo>
                    <a:pt x="591" y="839"/>
                    <a:pt x="298" y="1139"/>
                    <a:pt x="139" y="1456"/>
                  </a:cubicBezTo>
                  <a:lnTo>
                    <a:pt x="4" y="1456"/>
                  </a:lnTo>
                  <a:lnTo>
                    <a:pt x="4" y="2001"/>
                  </a:lnTo>
                  <a:cubicBezTo>
                    <a:pt x="1" y="2518"/>
                    <a:pt x="343" y="3035"/>
                    <a:pt x="1025" y="3432"/>
                  </a:cubicBezTo>
                  <a:cubicBezTo>
                    <a:pt x="1704" y="3823"/>
                    <a:pt x="2595" y="4019"/>
                    <a:pt x="3485" y="4019"/>
                  </a:cubicBezTo>
                  <a:cubicBezTo>
                    <a:pt x="4376" y="4019"/>
                    <a:pt x="5266" y="3823"/>
                    <a:pt x="5946" y="3432"/>
                  </a:cubicBezTo>
                  <a:cubicBezTo>
                    <a:pt x="6638" y="3032"/>
                    <a:pt x="6976" y="2508"/>
                    <a:pt x="6966" y="1984"/>
                  </a:cubicBezTo>
                  <a:lnTo>
                    <a:pt x="6966" y="1456"/>
                  </a:lnTo>
                  <a:lnTo>
                    <a:pt x="6831" y="1456"/>
                  </a:lnTo>
                  <a:cubicBezTo>
                    <a:pt x="6673" y="1139"/>
                    <a:pt x="6380" y="839"/>
                    <a:pt x="5946" y="587"/>
                  </a:cubicBezTo>
                  <a:cubicBezTo>
                    <a:pt x="5266" y="196"/>
                    <a:pt x="4376" y="0"/>
                    <a:pt x="34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6"/>
            <p:cNvSpPr/>
            <p:nvPr/>
          </p:nvSpPr>
          <p:spPr>
            <a:xfrm>
              <a:off x="3366925" y="2413125"/>
              <a:ext cx="191125" cy="100550"/>
            </a:xfrm>
            <a:custGeom>
              <a:rect b="b" l="l" r="r" t="t"/>
              <a:pathLst>
                <a:path extrusionOk="0" h="4022" w="7645">
                  <a:moveTo>
                    <a:pt x="3822" y="1"/>
                  </a:moveTo>
                  <a:cubicBezTo>
                    <a:pt x="2932" y="1"/>
                    <a:pt x="2041" y="197"/>
                    <a:pt x="1362" y="591"/>
                  </a:cubicBezTo>
                  <a:cubicBezTo>
                    <a:pt x="0" y="1377"/>
                    <a:pt x="0" y="2649"/>
                    <a:pt x="1362" y="3432"/>
                  </a:cubicBezTo>
                  <a:cubicBezTo>
                    <a:pt x="2041" y="3825"/>
                    <a:pt x="2932" y="4022"/>
                    <a:pt x="3822" y="4022"/>
                  </a:cubicBezTo>
                  <a:cubicBezTo>
                    <a:pt x="4713" y="4022"/>
                    <a:pt x="5603" y="3825"/>
                    <a:pt x="6283" y="3432"/>
                  </a:cubicBezTo>
                  <a:cubicBezTo>
                    <a:pt x="7644" y="2649"/>
                    <a:pt x="7644" y="1373"/>
                    <a:pt x="6283" y="591"/>
                  </a:cubicBezTo>
                  <a:cubicBezTo>
                    <a:pt x="5603" y="197"/>
                    <a:pt x="4713" y="1"/>
                    <a:pt x="38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6"/>
            <p:cNvSpPr/>
            <p:nvPr/>
          </p:nvSpPr>
          <p:spPr>
            <a:xfrm>
              <a:off x="3440100" y="1940500"/>
              <a:ext cx="44850" cy="529925"/>
            </a:xfrm>
            <a:custGeom>
              <a:rect b="b" l="l" r="r" t="t"/>
              <a:pathLst>
                <a:path extrusionOk="0" h="21197" w="1794">
                  <a:moveTo>
                    <a:pt x="0" y="1"/>
                  </a:moveTo>
                  <a:lnTo>
                    <a:pt x="0" y="20678"/>
                  </a:lnTo>
                  <a:cubicBezTo>
                    <a:pt x="0" y="20810"/>
                    <a:pt x="87" y="20944"/>
                    <a:pt x="263" y="21044"/>
                  </a:cubicBezTo>
                  <a:cubicBezTo>
                    <a:pt x="437" y="21146"/>
                    <a:pt x="666" y="21197"/>
                    <a:pt x="895" y="21197"/>
                  </a:cubicBezTo>
                  <a:cubicBezTo>
                    <a:pt x="1124" y="21197"/>
                    <a:pt x="1354" y="21146"/>
                    <a:pt x="1528" y="21044"/>
                  </a:cubicBezTo>
                  <a:cubicBezTo>
                    <a:pt x="1704" y="20944"/>
                    <a:pt x="1790" y="20810"/>
                    <a:pt x="1790" y="20678"/>
                  </a:cubicBezTo>
                  <a:lnTo>
                    <a:pt x="1793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46"/>
            <p:cNvSpPr/>
            <p:nvPr/>
          </p:nvSpPr>
          <p:spPr>
            <a:xfrm>
              <a:off x="3440100" y="1997050"/>
              <a:ext cx="44850" cy="42000"/>
            </a:xfrm>
            <a:custGeom>
              <a:rect b="b" l="l" r="r" t="t"/>
              <a:pathLst>
                <a:path extrusionOk="0" h="1680" w="1794">
                  <a:moveTo>
                    <a:pt x="0" y="0"/>
                  </a:moveTo>
                  <a:lnTo>
                    <a:pt x="0" y="649"/>
                  </a:lnTo>
                  <a:lnTo>
                    <a:pt x="1790" y="1679"/>
                  </a:lnTo>
                  <a:lnTo>
                    <a:pt x="1793" y="1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46"/>
            <p:cNvSpPr/>
            <p:nvPr/>
          </p:nvSpPr>
          <p:spPr>
            <a:xfrm>
              <a:off x="3278925" y="1620900"/>
              <a:ext cx="447200" cy="458750"/>
            </a:xfrm>
            <a:custGeom>
              <a:rect b="b" l="l" r="r" t="t"/>
              <a:pathLst>
                <a:path extrusionOk="0" h="18350" w="17888">
                  <a:moveTo>
                    <a:pt x="4734" y="0"/>
                  </a:moveTo>
                  <a:cubicBezTo>
                    <a:pt x="4308" y="0"/>
                    <a:pt x="3833" y="137"/>
                    <a:pt x="3331" y="427"/>
                  </a:cubicBezTo>
                  <a:cubicBezTo>
                    <a:pt x="1493" y="1489"/>
                    <a:pt x="0" y="4182"/>
                    <a:pt x="0" y="6448"/>
                  </a:cubicBezTo>
                  <a:lnTo>
                    <a:pt x="0" y="10978"/>
                  </a:lnTo>
                  <a:cubicBezTo>
                    <a:pt x="0" y="11164"/>
                    <a:pt x="134" y="11395"/>
                    <a:pt x="296" y="11488"/>
                  </a:cubicBezTo>
                  <a:lnTo>
                    <a:pt x="12040" y="18277"/>
                  </a:lnTo>
                  <a:cubicBezTo>
                    <a:pt x="12123" y="18326"/>
                    <a:pt x="12230" y="18350"/>
                    <a:pt x="12337" y="18350"/>
                  </a:cubicBezTo>
                  <a:cubicBezTo>
                    <a:pt x="12354" y="18350"/>
                    <a:pt x="12371" y="18350"/>
                    <a:pt x="12389" y="18346"/>
                  </a:cubicBezTo>
                  <a:lnTo>
                    <a:pt x="12678" y="17764"/>
                  </a:lnTo>
                  <a:lnTo>
                    <a:pt x="15316" y="12478"/>
                  </a:lnTo>
                  <a:lnTo>
                    <a:pt x="16095" y="10916"/>
                  </a:lnTo>
                  <a:lnTo>
                    <a:pt x="17733" y="7627"/>
                  </a:lnTo>
                  <a:lnTo>
                    <a:pt x="17888" y="7320"/>
                  </a:lnTo>
                  <a:lnTo>
                    <a:pt x="5589" y="210"/>
                  </a:lnTo>
                  <a:lnTo>
                    <a:pt x="5586" y="216"/>
                  </a:lnTo>
                  <a:cubicBezTo>
                    <a:pt x="5334" y="74"/>
                    <a:pt x="5047" y="0"/>
                    <a:pt x="47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6"/>
            <p:cNvSpPr/>
            <p:nvPr/>
          </p:nvSpPr>
          <p:spPr>
            <a:xfrm>
              <a:off x="3584500" y="1809825"/>
              <a:ext cx="101200" cy="269825"/>
            </a:xfrm>
            <a:custGeom>
              <a:rect b="b" l="l" r="r" t="t"/>
              <a:pathLst>
                <a:path extrusionOk="0" h="10793" w="4048">
                  <a:moveTo>
                    <a:pt x="3444" y="0"/>
                  </a:moveTo>
                  <a:cubicBezTo>
                    <a:pt x="2703" y="277"/>
                    <a:pt x="0" y="2507"/>
                    <a:pt x="0" y="6020"/>
                  </a:cubicBezTo>
                  <a:cubicBezTo>
                    <a:pt x="0" y="8972"/>
                    <a:pt x="4" y="10506"/>
                    <a:pt x="7" y="10782"/>
                  </a:cubicBezTo>
                  <a:cubicBezTo>
                    <a:pt x="42" y="10789"/>
                    <a:pt x="79" y="10793"/>
                    <a:pt x="114" y="10793"/>
                  </a:cubicBezTo>
                  <a:cubicBezTo>
                    <a:pt x="131" y="10793"/>
                    <a:pt x="148" y="10793"/>
                    <a:pt x="166" y="10789"/>
                  </a:cubicBezTo>
                  <a:lnTo>
                    <a:pt x="455" y="10207"/>
                  </a:lnTo>
                  <a:lnTo>
                    <a:pt x="3093" y="4921"/>
                  </a:lnTo>
                  <a:lnTo>
                    <a:pt x="3872" y="3359"/>
                  </a:lnTo>
                  <a:lnTo>
                    <a:pt x="4048" y="3000"/>
                  </a:lnTo>
                  <a:lnTo>
                    <a:pt x="3444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6"/>
            <p:cNvSpPr/>
            <p:nvPr/>
          </p:nvSpPr>
          <p:spPr>
            <a:xfrm>
              <a:off x="3587325" y="1897500"/>
              <a:ext cx="163625" cy="182150"/>
            </a:xfrm>
            <a:custGeom>
              <a:rect b="b" l="l" r="r" t="t"/>
              <a:pathLst>
                <a:path extrusionOk="0" h="7286" w="6545">
                  <a:moveTo>
                    <a:pt x="529" y="0"/>
                  </a:moveTo>
                  <a:cubicBezTo>
                    <a:pt x="198" y="831"/>
                    <a:pt x="1" y="1700"/>
                    <a:pt x="1" y="2513"/>
                  </a:cubicBezTo>
                  <a:lnTo>
                    <a:pt x="1" y="7286"/>
                  </a:lnTo>
                  <a:cubicBezTo>
                    <a:pt x="18" y="7286"/>
                    <a:pt x="35" y="7286"/>
                    <a:pt x="53" y="7282"/>
                  </a:cubicBezTo>
                  <a:cubicBezTo>
                    <a:pt x="142" y="7275"/>
                    <a:pt x="228" y="7254"/>
                    <a:pt x="297" y="7213"/>
                  </a:cubicBezTo>
                  <a:lnTo>
                    <a:pt x="6363" y="3710"/>
                  </a:lnTo>
                  <a:cubicBezTo>
                    <a:pt x="6373" y="3707"/>
                    <a:pt x="6383" y="3700"/>
                    <a:pt x="6393" y="3693"/>
                  </a:cubicBezTo>
                  <a:cubicBezTo>
                    <a:pt x="6452" y="3655"/>
                    <a:pt x="6493" y="3613"/>
                    <a:pt x="6517" y="3576"/>
                  </a:cubicBezTo>
                  <a:lnTo>
                    <a:pt x="6517" y="3572"/>
                  </a:lnTo>
                  <a:cubicBezTo>
                    <a:pt x="6545" y="3521"/>
                    <a:pt x="6538" y="3473"/>
                    <a:pt x="6490" y="3441"/>
                  </a:cubicBezTo>
                  <a:cubicBezTo>
                    <a:pt x="6393" y="3386"/>
                    <a:pt x="6317" y="3344"/>
                    <a:pt x="6317" y="3344"/>
                  </a:cubicBezTo>
                  <a:lnTo>
                    <a:pt x="2980" y="1414"/>
                  </a:lnTo>
                  <a:lnTo>
                    <a:pt x="828" y="172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6"/>
            <p:cNvSpPr/>
            <p:nvPr/>
          </p:nvSpPr>
          <p:spPr>
            <a:xfrm>
              <a:off x="3587325" y="1799100"/>
              <a:ext cx="166475" cy="280550"/>
            </a:xfrm>
            <a:custGeom>
              <a:rect b="b" l="l" r="r" t="t"/>
              <a:pathLst>
                <a:path extrusionOk="0" h="11222" w="6659">
                  <a:moveTo>
                    <a:pt x="4745" y="343"/>
                  </a:moveTo>
                  <a:cubicBezTo>
                    <a:pt x="4986" y="343"/>
                    <a:pt x="5204" y="395"/>
                    <a:pt x="5397" y="499"/>
                  </a:cubicBezTo>
                  <a:cubicBezTo>
                    <a:pt x="5980" y="809"/>
                    <a:pt x="6317" y="1557"/>
                    <a:pt x="6317" y="2605"/>
                  </a:cubicBezTo>
                  <a:lnTo>
                    <a:pt x="6317" y="7177"/>
                  </a:lnTo>
                  <a:cubicBezTo>
                    <a:pt x="6317" y="7232"/>
                    <a:pt x="6280" y="7301"/>
                    <a:pt x="6228" y="7329"/>
                  </a:cubicBezTo>
                  <a:lnTo>
                    <a:pt x="432" y="10677"/>
                  </a:lnTo>
                  <a:cubicBezTo>
                    <a:pt x="418" y="10685"/>
                    <a:pt x="404" y="10689"/>
                    <a:pt x="392" y="10689"/>
                  </a:cubicBezTo>
                  <a:cubicBezTo>
                    <a:pt x="363" y="10689"/>
                    <a:pt x="342" y="10667"/>
                    <a:pt x="342" y="10625"/>
                  </a:cubicBezTo>
                  <a:lnTo>
                    <a:pt x="342" y="6449"/>
                  </a:lnTo>
                  <a:cubicBezTo>
                    <a:pt x="342" y="5722"/>
                    <a:pt x="511" y="4912"/>
                    <a:pt x="828" y="4108"/>
                  </a:cubicBezTo>
                  <a:cubicBezTo>
                    <a:pt x="835" y="4094"/>
                    <a:pt x="839" y="4078"/>
                    <a:pt x="846" y="4064"/>
                  </a:cubicBezTo>
                  <a:cubicBezTo>
                    <a:pt x="966" y="3767"/>
                    <a:pt x="1100" y="3478"/>
                    <a:pt x="1249" y="3201"/>
                  </a:cubicBezTo>
                  <a:cubicBezTo>
                    <a:pt x="1839" y="2116"/>
                    <a:pt x="2645" y="1219"/>
                    <a:pt x="3504" y="726"/>
                  </a:cubicBezTo>
                  <a:cubicBezTo>
                    <a:pt x="3945" y="471"/>
                    <a:pt x="4363" y="343"/>
                    <a:pt x="4745" y="343"/>
                  </a:cubicBezTo>
                  <a:close/>
                  <a:moveTo>
                    <a:pt x="4743" y="1"/>
                  </a:moveTo>
                  <a:cubicBezTo>
                    <a:pt x="4315" y="1"/>
                    <a:pt x="3837" y="138"/>
                    <a:pt x="3331" y="429"/>
                  </a:cubicBezTo>
                  <a:cubicBezTo>
                    <a:pt x="2376" y="981"/>
                    <a:pt x="1511" y="1978"/>
                    <a:pt x="908" y="3122"/>
                  </a:cubicBezTo>
                  <a:cubicBezTo>
                    <a:pt x="766" y="3388"/>
                    <a:pt x="639" y="3660"/>
                    <a:pt x="529" y="3936"/>
                  </a:cubicBezTo>
                  <a:cubicBezTo>
                    <a:pt x="198" y="4767"/>
                    <a:pt x="1" y="5636"/>
                    <a:pt x="1" y="6449"/>
                  </a:cubicBezTo>
                  <a:lnTo>
                    <a:pt x="1" y="11222"/>
                  </a:lnTo>
                  <a:cubicBezTo>
                    <a:pt x="18" y="11222"/>
                    <a:pt x="35" y="11222"/>
                    <a:pt x="53" y="11218"/>
                  </a:cubicBezTo>
                  <a:cubicBezTo>
                    <a:pt x="142" y="11211"/>
                    <a:pt x="228" y="11190"/>
                    <a:pt x="297" y="11149"/>
                  </a:cubicBezTo>
                  <a:lnTo>
                    <a:pt x="6363" y="7646"/>
                  </a:lnTo>
                  <a:cubicBezTo>
                    <a:pt x="6373" y="7643"/>
                    <a:pt x="6383" y="7636"/>
                    <a:pt x="6393" y="7629"/>
                  </a:cubicBezTo>
                  <a:cubicBezTo>
                    <a:pt x="6438" y="7598"/>
                    <a:pt x="6479" y="7557"/>
                    <a:pt x="6517" y="7512"/>
                  </a:cubicBezTo>
                  <a:lnTo>
                    <a:pt x="6517" y="7508"/>
                  </a:lnTo>
                  <a:cubicBezTo>
                    <a:pt x="6603" y="7401"/>
                    <a:pt x="6659" y="7260"/>
                    <a:pt x="6659" y="7135"/>
                  </a:cubicBezTo>
                  <a:lnTo>
                    <a:pt x="6659" y="2605"/>
                  </a:lnTo>
                  <a:cubicBezTo>
                    <a:pt x="6659" y="1395"/>
                    <a:pt x="6231" y="550"/>
                    <a:pt x="5552" y="192"/>
                  </a:cubicBezTo>
                  <a:cubicBezTo>
                    <a:pt x="5311" y="66"/>
                    <a:pt x="5039" y="1"/>
                    <a:pt x="474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6"/>
            <p:cNvSpPr/>
            <p:nvPr/>
          </p:nvSpPr>
          <p:spPr>
            <a:xfrm>
              <a:off x="3608025" y="1807675"/>
              <a:ext cx="137250" cy="173450"/>
            </a:xfrm>
            <a:custGeom>
              <a:rect b="b" l="l" r="r" t="t"/>
              <a:pathLst>
                <a:path extrusionOk="0" h="6938" w="5490">
                  <a:moveTo>
                    <a:pt x="3917" y="0"/>
                  </a:moveTo>
                  <a:cubicBezTo>
                    <a:pt x="3535" y="0"/>
                    <a:pt x="3117" y="128"/>
                    <a:pt x="2676" y="383"/>
                  </a:cubicBezTo>
                  <a:cubicBezTo>
                    <a:pt x="1600" y="1004"/>
                    <a:pt x="607" y="2249"/>
                    <a:pt x="18" y="3721"/>
                  </a:cubicBezTo>
                  <a:cubicBezTo>
                    <a:pt x="11" y="3735"/>
                    <a:pt x="7" y="3751"/>
                    <a:pt x="0" y="3765"/>
                  </a:cubicBezTo>
                  <a:lnTo>
                    <a:pt x="5489" y="6937"/>
                  </a:lnTo>
                  <a:lnTo>
                    <a:pt x="5489" y="2262"/>
                  </a:lnTo>
                  <a:cubicBezTo>
                    <a:pt x="5489" y="866"/>
                    <a:pt x="4886" y="0"/>
                    <a:pt x="39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6"/>
            <p:cNvSpPr/>
            <p:nvPr/>
          </p:nvSpPr>
          <p:spPr>
            <a:xfrm>
              <a:off x="3494075" y="1913950"/>
              <a:ext cx="51150" cy="63975"/>
            </a:xfrm>
            <a:custGeom>
              <a:rect b="b" l="l" r="r" t="t"/>
              <a:pathLst>
                <a:path extrusionOk="0" h="2559" w="2046">
                  <a:moveTo>
                    <a:pt x="721" y="0"/>
                  </a:moveTo>
                  <a:cubicBezTo>
                    <a:pt x="634" y="0"/>
                    <a:pt x="555" y="20"/>
                    <a:pt x="486" y="59"/>
                  </a:cubicBezTo>
                  <a:lnTo>
                    <a:pt x="483" y="59"/>
                  </a:lnTo>
                  <a:lnTo>
                    <a:pt x="0" y="339"/>
                  </a:lnTo>
                  <a:lnTo>
                    <a:pt x="96" y="504"/>
                  </a:lnTo>
                  <a:cubicBezTo>
                    <a:pt x="80" y="573"/>
                    <a:pt x="69" y="649"/>
                    <a:pt x="69" y="738"/>
                  </a:cubicBezTo>
                  <a:cubicBezTo>
                    <a:pt x="69" y="1321"/>
                    <a:pt x="479" y="2032"/>
                    <a:pt x="982" y="2321"/>
                  </a:cubicBezTo>
                  <a:cubicBezTo>
                    <a:pt x="1076" y="2376"/>
                    <a:pt x="1162" y="2404"/>
                    <a:pt x="1248" y="2425"/>
                  </a:cubicBezTo>
                  <a:lnTo>
                    <a:pt x="1328" y="2559"/>
                  </a:lnTo>
                  <a:lnTo>
                    <a:pt x="1776" y="2304"/>
                  </a:lnTo>
                  <a:lnTo>
                    <a:pt x="1779" y="2304"/>
                  </a:lnTo>
                  <a:lnTo>
                    <a:pt x="1779" y="2301"/>
                  </a:lnTo>
                  <a:cubicBezTo>
                    <a:pt x="1945" y="2207"/>
                    <a:pt x="2045" y="2000"/>
                    <a:pt x="2045" y="1711"/>
                  </a:cubicBezTo>
                  <a:cubicBezTo>
                    <a:pt x="2045" y="1125"/>
                    <a:pt x="1635" y="418"/>
                    <a:pt x="1131" y="125"/>
                  </a:cubicBezTo>
                  <a:cubicBezTo>
                    <a:pt x="983" y="40"/>
                    <a:pt x="844" y="0"/>
                    <a:pt x="72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6"/>
            <p:cNvSpPr/>
            <p:nvPr/>
          </p:nvSpPr>
          <p:spPr>
            <a:xfrm>
              <a:off x="3487775" y="1920600"/>
              <a:ext cx="45875" cy="59100"/>
            </a:xfrm>
            <a:custGeom>
              <a:rect b="b" l="l" r="r" t="t"/>
              <a:pathLst>
                <a:path extrusionOk="0" h="2364" w="1835">
                  <a:moveTo>
                    <a:pt x="509" y="0"/>
                  </a:moveTo>
                  <a:cubicBezTo>
                    <a:pt x="207" y="0"/>
                    <a:pt x="1" y="239"/>
                    <a:pt x="1" y="655"/>
                  </a:cubicBezTo>
                  <a:cubicBezTo>
                    <a:pt x="4" y="1238"/>
                    <a:pt x="410" y="1949"/>
                    <a:pt x="918" y="2238"/>
                  </a:cubicBezTo>
                  <a:cubicBezTo>
                    <a:pt x="1065" y="2323"/>
                    <a:pt x="1204" y="2364"/>
                    <a:pt x="1327" y="2364"/>
                  </a:cubicBezTo>
                  <a:cubicBezTo>
                    <a:pt x="1628" y="2364"/>
                    <a:pt x="1834" y="2124"/>
                    <a:pt x="1834" y="1710"/>
                  </a:cubicBezTo>
                  <a:cubicBezTo>
                    <a:pt x="1834" y="1128"/>
                    <a:pt x="1424" y="418"/>
                    <a:pt x="918" y="124"/>
                  </a:cubicBezTo>
                  <a:cubicBezTo>
                    <a:pt x="770" y="40"/>
                    <a:pt x="632" y="0"/>
                    <a:pt x="50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6"/>
            <p:cNvSpPr/>
            <p:nvPr/>
          </p:nvSpPr>
          <p:spPr>
            <a:xfrm>
              <a:off x="3504050" y="1755500"/>
              <a:ext cx="13325" cy="200975"/>
            </a:xfrm>
            <a:custGeom>
              <a:rect b="b" l="l" r="r" t="t"/>
              <a:pathLst>
                <a:path extrusionOk="0" h="8039" w="533">
                  <a:moveTo>
                    <a:pt x="267" y="1"/>
                  </a:moveTo>
                  <a:cubicBezTo>
                    <a:pt x="118" y="1"/>
                    <a:pt x="1" y="122"/>
                    <a:pt x="1" y="267"/>
                  </a:cubicBezTo>
                  <a:lnTo>
                    <a:pt x="1" y="7773"/>
                  </a:lnTo>
                  <a:cubicBezTo>
                    <a:pt x="1" y="7918"/>
                    <a:pt x="118" y="8039"/>
                    <a:pt x="267" y="8039"/>
                  </a:cubicBezTo>
                  <a:cubicBezTo>
                    <a:pt x="415" y="8039"/>
                    <a:pt x="532" y="7918"/>
                    <a:pt x="532" y="7773"/>
                  </a:cubicBezTo>
                  <a:lnTo>
                    <a:pt x="532" y="267"/>
                  </a:lnTo>
                  <a:cubicBezTo>
                    <a:pt x="532" y="122"/>
                    <a:pt x="415" y="1"/>
                    <a:pt x="267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6"/>
            <p:cNvSpPr/>
            <p:nvPr/>
          </p:nvSpPr>
          <p:spPr>
            <a:xfrm>
              <a:off x="3437600" y="1742325"/>
              <a:ext cx="66475" cy="94500"/>
            </a:xfrm>
            <a:custGeom>
              <a:rect b="b" l="l" r="r" t="t"/>
              <a:pathLst>
                <a:path extrusionOk="0" h="3780" w="2659">
                  <a:moveTo>
                    <a:pt x="1" y="1"/>
                  </a:moveTo>
                  <a:lnTo>
                    <a:pt x="832" y="1604"/>
                  </a:lnTo>
                  <a:lnTo>
                    <a:pt x="1" y="2245"/>
                  </a:lnTo>
                  <a:lnTo>
                    <a:pt x="2659" y="3779"/>
                  </a:lnTo>
                  <a:lnTo>
                    <a:pt x="2659" y="15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6"/>
            <p:cNvSpPr/>
            <p:nvPr/>
          </p:nvSpPr>
          <p:spPr>
            <a:xfrm>
              <a:off x="3545200" y="1809900"/>
              <a:ext cx="165425" cy="215575"/>
            </a:xfrm>
            <a:custGeom>
              <a:rect b="b" l="l" r="r" t="t"/>
              <a:pathLst>
                <a:path extrusionOk="0" h="8623" w="6617">
                  <a:moveTo>
                    <a:pt x="369" y="0"/>
                  </a:moveTo>
                  <a:cubicBezTo>
                    <a:pt x="326" y="0"/>
                    <a:pt x="284" y="10"/>
                    <a:pt x="252" y="29"/>
                  </a:cubicBezTo>
                  <a:lnTo>
                    <a:pt x="117" y="104"/>
                  </a:lnTo>
                  <a:cubicBezTo>
                    <a:pt x="51" y="142"/>
                    <a:pt x="0" y="232"/>
                    <a:pt x="0" y="308"/>
                  </a:cubicBezTo>
                  <a:lnTo>
                    <a:pt x="0" y="4918"/>
                  </a:lnTo>
                  <a:cubicBezTo>
                    <a:pt x="0" y="4991"/>
                    <a:pt x="55" y="5083"/>
                    <a:pt x="117" y="5121"/>
                  </a:cubicBezTo>
                  <a:lnTo>
                    <a:pt x="6134" y="8594"/>
                  </a:lnTo>
                  <a:cubicBezTo>
                    <a:pt x="6165" y="8613"/>
                    <a:pt x="6207" y="8622"/>
                    <a:pt x="6249" y="8622"/>
                  </a:cubicBezTo>
                  <a:cubicBezTo>
                    <a:pt x="6292" y="8622"/>
                    <a:pt x="6335" y="8613"/>
                    <a:pt x="6368" y="8594"/>
                  </a:cubicBezTo>
                  <a:lnTo>
                    <a:pt x="6499" y="8517"/>
                  </a:lnTo>
                  <a:cubicBezTo>
                    <a:pt x="6565" y="8479"/>
                    <a:pt x="6616" y="8387"/>
                    <a:pt x="6616" y="8314"/>
                  </a:cubicBezTo>
                  <a:lnTo>
                    <a:pt x="6616" y="3704"/>
                  </a:lnTo>
                  <a:cubicBezTo>
                    <a:pt x="6616" y="3628"/>
                    <a:pt x="6565" y="3535"/>
                    <a:pt x="6499" y="3501"/>
                  </a:cubicBezTo>
                  <a:lnTo>
                    <a:pt x="486" y="29"/>
                  </a:lnTo>
                  <a:cubicBezTo>
                    <a:pt x="453" y="10"/>
                    <a:pt x="411" y="0"/>
                    <a:pt x="36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6"/>
            <p:cNvSpPr/>
            <p:nvPr/>
          </p:nvSpPr>
          <p:spPr>
            <a:xfrm>
              <a:off x="3546025" y="1809900"/>
              <a:ext cx="163750" cy="94500"/>
            </a:xfrm>
            <a:custGeom>
              <a:rect b="b" l="l" r="r" t="t"/>
              <a:pathLst>
                <a:path extrusionOk="0" h="3780" w="6550">
                  <a:moveTo>
                    <a:pt x="336" y="0"/>
                  </a:moveTo>
                  <a:cubicBezTo>
                    <a:pt x="293" y="0"/>
                    <a:pt x="251" y="10"/>
                    <a:pt x="219" y="29"/>
                  </a:cubicBezTo>
                  <a:lnTo>
                    <a:pt x="84" y="104"/>
                  </a:lnTo>
                  <a:cubicBezTo>
                    <a:pt x="53" y="121"/>
                    <a:pt x="22" y="156"/>
                    <a:pt x="1" y="191"/>
                  </a:cubicBezTo>
                  <a:lnTo>
                    <a:pt x="6218" y="3780"/>
                  </a:lnTo>
                  <a:lnTo>
                    <a:pt x="6549" y="3587"/>
                  </a:lnTo>
                  <a:cubicBezTo>
                    <a:pt x="6528" y="3549"/>
                    <a:pt x="6500" y="3518"/>
                    <a:pt x="6466" y="3501"/>
                  </a:cubicBezTo>
                  <a:lnTo>
                    <a:pt x="453" y="29"/>
                  </a:lnTo>
                  <a:cubicBezTo>
                    <a:pt x="420" y="10"/>
                    <a:pt x="378" y="0"/>
                    <a:pt x="336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6"/>
            <p:cNvSpPr/>
            <p:nvPr/>
          </p:nvSpPr>
          <p:spPr>
            <a:xfrm>
              <a:off x="3699125" y="1899575"/>
              <a:ext cx="11500" cy="125825"/>
            </a:xfrm>
            <a:custGeom>
              <a:rect b="b" l="l" r="r" t="t"/>
              <a:pathLst>
                <a:path extrusionOk="0" h="5033" w="460">
                  <a:moveTo>
                    <a:pt x="425" y="0"/>
                  </a:moveTo>
                  <a:lnTo>
                    <a:pt x="94" y="193"/>
                  </a:lnTo>
                  <a:lnTo>
                    <a:pt x="32" y="228"/>
                  </a:lnTo>
                  <a:cubicBezTo>
                    <a:pt x="66" y="245"/>
                    <a:pt x="94" y="279"/>
                    <a:pt x="94" y="328"/>
                  </a:cubicBezTo>
                  <a:lnTo>
                    <a:pt x="94" y="4937"/>
                  </a:lnTo>
                  <a:cubicBezTo>
                    <a:pt x="94" y="4978"/>
                    <a:pt x="77" y="5003"/>
                    <a:pt x="56" y="5016"/>
                  </a:cubicBezTo>
                  <a:cubicBezTo>
                    <a:pt x="49" y="5020"/>
                    <a:pt x="40" y="5022"/>
                    <a:pt x="31" y="5022"/>
                  </a:cubicBezTo>
                  <a:cubicBezTo>
                    <a:pt x="21" y="5022"/>
                    <a:pt x="11" y="5020"/>
                    <a:pt x="1" y="5016"/>
                  </a:cubicBezTo>
                  <a:lnTo>
                    <a:pt x="1" y="5016"/>
                  </a:lnTo>
                  <a:cubicBezTo>
                    <a:pt x="4" y="5020"/>
                    <a:pt x="8" y="5020"/>
                    <a:pt x="15" y="5024"/>
                  </a:cubicBezTo>
                  <a:cubicBezTo>
                    <a:pt x="21" y="5024"/>
                    <a:pt x="29" y="5027"/>
                    <a:pt x="35" y="5027"/>
                  </a:cubicBezTo>
                  <a:cubicBezTo>
                    <a:pt x="53" y="5031"/>
                    <a:pt x="72" y="5033"/>
                    <a:pt x="90" y="5033"/>
                  </a:cubicBezTo>
                  <a:cubicBezTo>
                    <a:pt x="103" y="5033"/>
                    <a:pt x="115" y="5032"/>
                    <a:pt x="128" y="5031"/>
                  </a:cubicBezTo>
                  <a:cubicBezTo>
                    <a:pt x="145" y="5031"/>
                    <a:pt x="163" y="5027"/>
                    <a:pt x="177" y="5020"/>
                  </a:cubicBezTo>
                  <a:cubicBezTo>
                    <a:pt x="190" y="5016"/>
                    <a:pt x="201" y="5013"/>
                    <a:pt x="211" y="5007"/>
                  </a:cubicBezTo>
                  <a:lnTo>
                    <a:pt x="342" y="4930"/>
                  </a:lnTo>
                  <a:cubicBezTo>
                    <a:pt x="408" y="4892"/>
                    <a:pt x="459" y="4800"/>
                    <a:pt x="459" y="4727"/>
                  </a:cubicBezTo>
                  <a:lnTo>
                    <a:pt x="459" y="117"/>
                  </a:lnTo>
                  <a:cubicBezTo>
                    <a:pt x="459" y="79"/>
                    <a:pt x="446" y="38"/>
                    <a:pt x="4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6"/>
            <p:cNvSpPr/>
            <p:nvPr/>
          </p:nvSpPr>
          <p:spPr>
            <a:xfrm>
              <a:off x="3545200" y="1814400"/>
              <a:ext cx="156300" cy="210600"/>
            </a:xfrm>
            <a:custGeom>
              <a:rect b="b" l="l" r="r" t="t"/>
              <a:pathLst>
                <a:path extrusionOk="0" h="8424" w="6252">
                  <a:moveTo>
                    <a:pt x="13" y="0"/>
                  </a:moveTo>
                  <a:lnTo>
                    <a:pt x="2389" y="3803"/>
                  </a:lnTo>
                  <a:lnTo>
                    <a:pt x="0" y="4738"/>
                  </a:lnTo>
                  <a:cubicBezTo>
                    <a:pt x="0" y="4776"/>
                    <a:pt x="13" y="4820"/>
                    <a:pt x="37" y="4855"/>
                  </a:cubicBezTo>
                  <a:lnTo>
                    <a:pt x="2396" y="3813"/>
                  </a:lnTo>
                  <a:lnTo>
                    <a:pt x="2917" y="4645"/>
                  </a:lnTo>
                  <a:cubicBezTo>
                    <a:pt x="3003" y="4782"/>
                    <a:pt x="3150" y="4858"/>
                    <a:pt x="3301" y="4858"/>
                  </a:cubicBezTo>
                  <a:cubicBezTo>
                    <a:pt x="3362" y="4858"/>
                    <a:pt x="3424" y="4846"/>
                    <a:pt x="3482" y="4820"/>
                  </a:cubicBezTo>
                  <a:lnTo>
                    <a:pt x="3855" y="4658"/>
                  </a:lnTo>
                  <a:lnTo>
                    <a:pt x="6213" y="8423"/>
                  </a:lnTo>
                  <a:cubicBezTo>
                    <a:pt x="6234" y="8410"/>
                    <a:pt x="6251" y="8385"/>
                    <a:pt x="6251" y="8344"/>
                  </a:cubicBezTo>
                  <a:lnTo>
                    <a:pt x="6251" y="8269"/>
                  </a:lnTo>
                  <a:lnTo>
                    <a:pt x="3865" y="4652"/>
                  </a:lnTo>
                  <a:lnTo>
                    <a:pt x="6251" y="3600"/>
                  </a:lnTo>
                  <a:lnTo>
                    <a:pt x="3465" y="4641"/>
                  </a:lnTo>
                  <a:cubicBezTo>
                    <a:pt x="3413" y="4660"/>
                    <a:pt x="3360" y="4669"/>
                    <a:pt x="3307" y="4669"/>
                  </a:cubicBezTo>
                  <a:cubicBezTo>
                    <a:pt x="3156" y="4669"/>
                    <a:pt x="3012" y="4595"/>
                    <a:pt x="2927" y="4462"/>
                  </a:cubicBezTo>
                  <a:lnTo>
                    <a:pt x="2478" y="3779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6"/>
            <p:cNvSpPr/>
            <p:nvPr/>
          </p:nvSpPr>
          <p:spPr>
            <a:xfrm>
              <a:off x="3588450" y="1876425"/>
              <a:ext cx="256900" cy="211125"/>
            </a:xfrm>
            <a:custGeom>
              <a:rect b="b" l="l" r="r" t="t"/>
              <a:pathLst>
                <a:path extrusionOk="0" h="8445" w="10276">
                  <a:moveTo>
                    <a:pt x="9671" y="1"/>
                  </a:moveTo>
                  <a:cubicBezTo>
                    <a:pt x="9407" y="1"/>
                    <a:pt x="8926" y="188"/>
                    <a:pt x="8242" y="584"/>
                  </a:cubicBezTo>
                  <a:cubicBezTo>
                    <a:pt x="6404" y="1647"/>
                    <a:pt x="3804" y="3788"/>
                    <a:pt x="2435" y="5371"/>
                  </a:cubicBezTo>
                  <a:cubicBezTo>
                    <a:pt x="2111" y="5746"/>
                    <a:pt x="1797" y="6105"/>
                    <a:pt x="1511" y="6432"/>
                  </a:cubicBezTo>
                  <a:lnTo>
                    <a:pt x="1507" y="6436"/>
                  </a:lnTo>
                  <a:lnTo>
                    <a:pt x="56" y="8115"/>
                  </a:lnTo>
                  <a:cubicBezTo>
                    <a:pt x="56" y="8115"/>
                    <a:pt x="56" y="8118"/>
                    <a:pt x="53" y="8118"/>
                  </a:cubicBezTo>
                  <a:cubicBezTo>
                    <a:pt x="0" y="8177"/>
                    <a:pt x="18" y="8260"/>
                    <a:pt x="83" y="8304"/>
                  </a:cubicBezTo>
                  <a:cubicBezTo>
                    <a:pt x="83" y="8308"/>
                    <a:pt x="86" y="8308"/>
                    <a:pt x="86" y="8308"/>
                  </a:cubicBezTo>
                  <a:lnTo>
                    <a:pt x="273" y="8415"/>
                  </a:lnTo>
                  <a:cubicBezTo>
                    <a:pt x="310" y="8436"/>
                    <a:pt x="359" y="8445"/>
                    <a:pt x="406" y="8445"/>
                  </a:cubicBezTo>
                  <a:cubicBezTo>
                    <a:pt x="421" y="8445"/>
                    <a:pt x="435" y="8444"/>
                    <a:pt x="449" y="8442"/>
                  </a:cubicBezTo>
                  <a:cubicBezTo>
                    <a:pt x="452" y="8442"/>
                    <a:pt x="459" y="8442"/>
                    <a:pt x="466" y="8439"/>
                  </a:cubicBezTo>
                  <a:lnTo>
                    <a:pt x="2456" y="6787"/>
                  </a:lnTo>
                  <a:lnTo>
                    <a:pt x="6614" y="4384"/>
                  </a:lnTo>
                  <a:lnTo>
                    <a:pt x="7262" y="3636"/>
                  </a:lnTo>
                  <a:lnTo>
                    <a:pt x="9093" y="1523"/>
                  </a:lnTo>
                  <a:cubicBezTo>
                    <a:pt x="9327" y="1254"/>
                    <a:pt x="9504" y="1022"/>
                    <a:pt x="9638" y="823"/>
                  </a:cubicBezTo>
                  <a:lnTo>
                    <a:pt x="10276" y="291"/>
                  </a:lnTo>
                  <a:cubicBezTo>
                    <a:pt x="10272" y="291"/>
                    <a:pt x="10269" y="291"/>
                    <a:pt x="10269" y="288"/>
                  </a:cubicBezTo>
                  <a:lnTo>
                    <a:pt x="9835" y="33"/>
                  </a:lnTo>
                  <a:lnTo>
                    <a:pt x="9830" y="36"/>
                  </a:lnTo>
                  <a:cubicBezTo>
                    <a:pt x="9791" y="13"/>
                    <a:pt x="9738" y="1"/>
                    <a:pt x="967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6"/>
            <p:cNvSpPr/>
            <p:nvPr/>
          </p:nvSpPr>
          <p:spPr>
            <a:xfrm>
              <a:off x="3599650" y="1882925"/>
              <a:ext cx="251475" cy="204575"/>
            </a:xfrm>
            <a:custGeom>
              <a:rect b="b" l="l" r="r" t="t"/>
              <a:pathLst>
                <a:path extrusionOk="0" h="8183" w="10059">
                  <a:moveTo>
                    <a:pt x="9678" y="1"/>
                  </a:moveTo>
                  <a:cubicBezTo>
                    <a:pt x="9413" y="1"/>
                    <a:pt x="8928" y="188"/>
                    <a:pt x="8241" y="587"/>
                  </a:cubicBezTo>
                  <a:cubicBezTo>
                    <a:pt x="6403" y="1648"/>
                    <a:pt x="3804" y="3790"/>
                    <a:pt x="2435" y="5369"/>
                  </a:cubicBezTo>
                  <a:cubicBezTo>
                    <a:pt x="2394" y="5421"/>
                    <a:pt x="2349" y="5469"/>
                    <a:pt x="2307" y="5517"/>
                  </a:cubicBezTo>
                  <a:lnTo>
                    <a:pt x="2304" y="5517"/>
                  </a:lnTo>
                  <a:cubicBezTo>
                    <a:pt x="1149" y="6852"/>
                    <a:pt x="204" y="7945"/>
                    <a:pt x="1" y="8182"/>
                  </a:cubicBezTo>
                  <a:cubicBezTo>
                    <a:pt x="4" y="8182"/>
                    <a:pt x="11" y="8182"/>
                    <a:pt x="18" y="8179"/>
                  </a:cubicBezTo>
                  <a:cubicBezTo>
                    <a:pt x="42" y="8176"/>
                    <a:pt x="66" y="8165"/>
                    <a:pt x="87" y="8155"/>
                  </a:cubicBezTo>
                  <a:lnTo>
                    <a:pt x="6480" y="4462"/>
                  </a:lnTo>
                  <a:cubicBezTo>
                    <a:pt x="6556" y="4421"/>
                    <a:pt x="6659" y="4334"/>
                    <a:pt x="6714" y="4269"/>
                  </a:cubicBezTo>
                  <a:lnTo>
                    <a:pt x="7859" y="2948"/>
                  </a:lnTo>
                  <a:cubicBezTo>
                    <a:pt x="7872" y="2938"/>
                    <a:pt x="7880" y="2924"/>
                    <a:pt x="7883" y="2921"/>
                  </a:cubicBezTo>
                  <a:lnTo>
                    <a:pt x="9093" y="1524"/>
                  </a:lnTo>
                  <a:cubicBezTo>
                    <a:pt x="9831" y="673"/>
                    <a:pt x="10059" y="159"/>
                    <a:pt x="9828" y="31"/>
                  </a:cubicBezTo>
                  <a:cubicBezTo>
                    <a:pt x="9824" y="31"/>
                    <a:pt x="9821" y="31"/>
                    <a:pt x="9821" y="28"/>
                  </a:cubicBezTo>
                  <a:cubicBezTo>
                    <a:pt x="9784" y="10"/>
                    <a:pt x="9736" y="1"/>
                    <a:pt x="967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3" name="Google Shape;453;p46"/>
          <p:cNvGrpSpPr/>
          <p:nvPr/>
        </p:nvGrpSpPr>
        <p:grpSpPr>
          <a:xfrm>
            <a:off x="4701368" y="2967461"/>
            <a:ext cx="314160" cy="446883"/>
            <a:chOff x="8137753" y="2733261"/>
            <a:chExt cx="262764" cy="373773"/>
          </a:xfrm>
        </p:grpSpPr>
        <p:sp>
          <p:nvSpPr>
            <p:cNvPr id="454" name="Google Shape;454;p46"/>
            <p:cNvSpPr/>
            <p:nvPr/>
          </p:nvSpPr>
          <p:spPr>
            <a:xfrm>
              <a:off x="8137753" y="2733410"/>
              <a:ext cx="262764" cy="373624"/>
            </a:xfrm>
            <a:custGeom>
              <a:rect b="b" l="l" r="r" t="t"/>
              <a:pathLst>
                <a:path extrusionOk="0" h="15011" w="10557">
                  <a:moveTo>
                    <a:pt x="2492" y="1"/>
                  </a:moveTo>
                  <a:cubicBezTo>
                    <a:pt x="2359" y="1"/>
                    <a:pt x="2237" y="32"/>
                    <a:pt x="2133" y="92"/>
                  </a:cubicBezTo>
                  <a:lnTo>
                    <a:pt x="426" y="1086"/>
                  </a:lnTo>
                  <a:cubicBezTo>
                    <a:pt x="175" y="1230"/>
                    <a:pt x="23" y="1541"/>
                    <a:pt x="23" y="1974"/>
                  </a:cubicBezTo>
                  <a:lnTo>
                    <a:pt x="1" y="8940"/>
                  </a:lnTo>
                  <a:cubicBezTo>
                    <a:pt x="1" y="9813"/>
                    <a:pt x="615" y="10883"/>
                    <a:pt x="1374" y="11323"/>
                  </a:cubicBezTo>
                  <a:lnTo>
                    <a:pt x="7438" y="14821"/>
                  </a:lnTo>
                  <a:cubicBezTo>
                    <a:pt x="7660" y="14950"/>
                    <a:pt x="7871" y="15011"/>
                    <a:pt x="8057" y="15011"/>
                  </a:cubicBezTo>
                  <a:cubicBezTo>
                    <a:pt x="8201" y="15011"/>
                    <a:pt x="8330" y="14974"/>
                    <a:pt x="8439" y="14905"/>
                  </a:cubicBezTo>
                  <a:lnTo>
                    <a:pt x="8439" y="14905"/>
                  </a:lnTo>
                  <a:lnTo>
                    <a:pt x="8417" y="14913"/>
                  </a:lnTo>
                  <a:lnTo>
                    <a:pt x="10124" y="13918"/>
                  </a:lnTo>
                  <a:cubicBezTo>
                    <a:pt x="10375" y="13774"/>
                    <a:pt x="10526" y="13471"/>
                    <a:pt x="10526" y="13038"/>
                  </a:cubicBezTo>
                  <a:lnTo>
                    <a:pt x="10549" y="6072"/>
                  </a:lnTo>
                  <a:cubicBezTo>
                    <a:pt x="10557" y="5191"/>
                    <a:pt x="9942" y="4129"/>
                    <a:pt x="9176" y="3689"/>
                  </a:cubicBezTo>
                  <a:lnTo>
                    <a:pt x="3112" y="190"/>
                  </a:lnTo>
                  <a:cubicBezTo>
                    <a:pt x="2890" y="62"/>
                    <a:pt x="2679" y="1"/>
                    <a:pt x="24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6"/>
            <p:cNvSpPr/>
            <p:nvPr/>
          </p:nvSpPr>
          <p:spPr>
            <a:xfrm>
              <a:off x="8347426" y="3057926"/>
              <a:ext cx="52344" cy="46669"/>
            </a:xfrm>
            <a:custGeom>
              <a:rect b="b" l="l" r="r" t="t"/>
              <a:pathLst>
                <a:path extrusionOk="0" h="1875" w="2103">
                  <a:moveTo>
                    <a:pt x="2102" y="0"/>
                  </a:moveTo>
                  <a:lnTo>
                    <a:pt x="402" y="994"/>
                  </a:lnTo>
                  <a:cubicBezTo>
                    <a:pt x="395" y="1427"/>
                    <a:pt x="243" y="1730"/>
                    <a:pt x="0" y="1875"/>
                  </a:cubicBezTo>
                  <a:lnTo>
                    <a:pt x="1708" y="880"/>
                  </a:lnTo>
                  <a:cubicBezTo>
                    <a:pt x="1951" y="736"/>
                    <a:pt x="2102" y="433"/>
                    <a:pt x="2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6"/>
            <p:cNvSpPr/>
            <p:nvPr/>
          </p:nvSpPr>
          <p:spPr>
            <a:xfrm>
              <a:off x="8148331" y="2733261"/>
              <a:ext cx="66904" cy="29445"/>
            </a:xfrm>
            <a:custGeom>
              <a:rect b="b" l="l" r="r" t="t"/>
              <a:pathLst>
                <a:path extrusionOk="0" h="1183" w="2688">
                  <a:moveTo>
                    <a:pt x="2071" y="0"/>
                  </a:moveTo>
                  <a:cubicBezTo>
                    <a:pt x="1936" y="0"/>
                    <a:pt x="1814" y="33"/>
                    <a:pt x="1708" y="98"/>
                  </a:cubicBezTo>
                  <a:lnTo>
                    <a:pt x="1" y="1092"/>
                  </a:lnTo>
                  <a:cubicBezTo>
                    <a:pt x="106" y="1031"/>
                    <a:pt x="227" y="1000"/>
                    <a:pt x="361" y="1000"/>
                  </a:cubicBezTo>
                  <a:cubicBezTo>
                    <a:pt x="546" y="1000"/>
                    <a:pt x="755" y="1060"/>
                    <a:pt x="980" y="1183"/>
                  </a:cubicBezTo>
                  <a:lnTo>
                    <a:pt x="2687" y="189"/>
                  </a:lnTo>
                  <a:cubicBezTo>
                    <a:pt x="2464" y="62"/>
                    <a:pt x="2256" y="0"/>
                    <a:pt x="2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6"/>
            <p:cNvSpPr/>
            <p:nvPr/>
          </p:nvSpPr>
          <p:spPr>
            <a:xfrm>
              <a:off x="8357233" y="2884318"/>
              <a:ext cx="43109" cy="198373"/>
            </a:xfrm>
            <a:custGeom>
              <a:rect b="b" l="l" r="r" t="t"/>
              <a:pathLst>
                <a:path extrusionOk="0" h="7970" w="1732">
                  <a:moveTo>
                    <a:pt x="1731" y="1"/>
                  </a:moveTo>
                  <a:lnTo>
                    <a:pt x="24" y="1003"/>
                  </a:lnTo>
                  <a:lnTo>
                    <a:pt x="1" y="7969"/>
                  </a:lnTo>
                  <a:lnTo>
                    <a:pt x="1716" y="6975"/>
                  </a:lnTo>
                  <a:lnTo>
                    <a:pt x="17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6"/>
            <p:cNvSpPr/>
            <p:nvPr/>
          </p:nvSpPr>
          <p:spPr>
            <a:xfrm>
              <a:off x="8172698" y="2738139"/>
              <a:ext cx="193445" cy="111831"/>
            </a:xfrm>
            <a:custGeom>
              <a:rect b="b" l="l" r="r" t="t"/>
              <a:pathLst>
                <a:path extrusionOk="0" h="4493" w="7772">
                  <a:moveTo>
                    <a:pt x="1708" y="0"/>
                  </a:moveTo>
                  <a:lnTo>
                    <a:pt x="1" y="994"/>
                  </a:lnTo>
                  <a:lnTo>
                    <a:pt x="6064" y="4493"/>
                  </a:lnTo>
                  <a:lnTo>
                    <a:pt x="7772" y="3499"/>
                  </a:lnTo>
                  <a:lnTo>
                    <a:pt x="17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46"/>
            <p:cNvSpPr/>
            <p:nvPr/>
          </p:nvSpPr>
          <p:spPr>
            <a:xfrm>
              <a:off x="8323631" y="2825403"/>
              <a:ext cx="76711" cy="83879"/>
            </a:xfrm>
            <a:custGeom>
              <a:rect b="b" l="l" r="r" t="t"/>
              <a:pathLst>
                <a:path extrusionOk="0" h="3370" w="3082">
                  <a:moveTo>
                    <a:pt x="1708" y="0"/>
                  </a:moveTo>
                  <a:lnTo>
                    <a:pt x="0" y="994"/>
                  </a:lnTo>
                  <a:cubicBezTo>
                    <a:pt x="759" y="1427"/>
                    <a:pt x="1374" y="2489"/>
                    <a:pt x="1374" y="3370"/>
                  </a:cubicBezTo>
                  <a:lnTo>
                    <a:pt x="3081" y="2376"/>
                  </a:lnTo>
                  <a:cubicBezTo>
                    <a:pt x="3081" y="1503"/>
                    <a:pt x="2466" y="433"/>
                    <a:pt x="1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46"/>
            <p:cNvSpPr/>
            <p:nvPr/>
          </p:nvSpPr>
          <p:spPr>
            <a:xfrm>
              <a:off x="8226336" y="2867418"/>
              <a:ext cx="96548" cy="215448"/>
            </a:xfrm>
            <a:custGeom>
              <a:rect b="b" l="l" r="r" t="t"/>
              <a:pathLst>
                <a:path extrusionOk="0" h="8656" w="3879">
                  <a:moveTo>
                    <a:pt x="1988" y="1"/>
                  </a:moveTo>
                  <a:cubicBezTo>
                    <a:pt x="1467" y="1"/>
                    <a:pt x="1147" y="425"/>
                    <a:pt x="1147" y="1310"/>
                  </a:cubicBezTo>
                  <a:lnTo>
                    <a:pt x="1147" y="2433"/>
                  </a:lnTo>
                  <a:lnTo>
                    <a:pt x="8" y="1773"/>
                  </a:lnTo>
                  <a:lnTo>
                    <a:pt x="8" y="3291"/>
                  </a:lnTo>
                  <a:lnTo>
                    <a:pt x="1" y="3291"/>
                  </a:lnTo>
                  <a:lnTo>
                    <a:pt x="1147" y="3958"/>
                  </a:lnTo>
                  <a:lnTo>
                    <a:pt x="1139" y="7859"/>
                  </a:lnTo>
                  <a:lnTo>
                    <a:pt x="2505" y="8656"/>
                  </a:lnTo>
                  <a:lnTo>
                    <a:pt x="2513" y="4748"/>
                  </a:lnTo>
                  <a:lnTo>
                    <a:pt x="3651" y="5408"/>
                  </a:lnTo>
                  <a:lnTo>
                    <a:pt x="3826" y="3981"/>
                  </a:lnTo>
                  <a:lnTo>
                    <a:pt x="2520" y="3222"/>
                  </a:lnTo>
                  <a:lnTo>
                    <a:pt x="2520" y="2251"/>
                  </a:lnTo>
                  <a:cubicBezTo>
                    <a:pt x="2520" y="1950"/>
                    <a:pt x="2570" y="1741"/>
                    <a:pt x="2776" y="1741"/>
                  </a:cubicBezTo>
                  <a:cubicBezTo>
                    <a:pt x="2871" y="1741"/>
                    <a:pt x="3000" y="1786"/>
                    <a:pt x="3173" y="1887"/>
                  </a:cubicBezTo>
                  <a:lnTo>
                    <a:pt x="3879" y="2296"/>
                  </a:lnTo>
                  <a:lnTo>
                    <a:pt x="3879" y="930"/>
                  </a:lnTo>
                  <a:cubicBezTo>
                    <a:pt x="3757" y="847"/>
                    <a:pt x="3340" y="566"/>
                    <a:pt x="2854" y="285"/>
                  </a:cubicBezTo>
                  <a:cubicBezTo>
                    <a:pt x="2529" y="97"/>
                    <a:pt x="2236" y="1"/>
                    <a:pt x="19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46"/>
            <p:cNvSpPr/>
            <p:nvPr/>
          </p:nvSpPr>
          <p:spPr>
            <a:xfrm>
              <a:off x="8226536" y="2867940"/>
              <a:ext cx="96548" cy="214378"/>
            </a:xfrm>
            <a:custGeom>
              <a:rect b="b" l="l" r="r" t="t"/>
              <a:pathLst>
                <a:path extrusionOk="0" h="8613" w="3879">
                  <a:moveTo>
                    <a:pt x="1994" y="0"/>
                  </a:moveTo>
                  <a:cubicBezTo>
                    <a:pt x="1472" y="0"/>
                    <a:pt x="1151" y="425"/>
                    <a:pt x="1146" y="1312"/>
                  </a:cubicBezTo>
                  <a:lnTo>
                    <a:pt x="1146" y="2435"/>
                  </a:lnTo>
                  <a:lnTo>
                    <a:pt x="0" y="1767"/>
                  </a:lnTo>
                  <a:lnTo>
                    <a:pt x="0" y="3285"/>
                  </a:lnTo>
                  <a:lnTo>
                    <a:pt x="1146" y="3953"/>
                  </a:lnTo>
                  <a:lnTo>
                    <a:pt x="1139" y="7823"/>
                  </a:lnTo>
                  <a:lnTo>
                    <a:pt x="2505" y="8612"/>
                  </a:lnTo>
                  <a:lnTo>
                    <a:pt x="2512" y="4742"/>
                  </a:lnTo>
                  <a:lnTo>
                    <a:pt x="3651" y="5402"/>
                  </a:lnTo>
                  <a:lnTo>
                    <a:pt x="3825" y="3975"/>
                  </a:lnTo>
                  <a:lnTo>
                    <a:pt x="2520" y="3216"/>
                  </a:lnTo>
                  <a:lnTo>
                    <a:pt x="2520" y="2245"/>
                  </a:lnTo>
                  <a:cubicBezTo>
                    <a:pt x="2520" y="1944"/>
                    <a:pt x="2570" y="1739"/>
                    <a:pt x="2776" y="1739"/>
                  </a:cubicBezTo>
                  <a:cubicBezTo>
                    <a:pt x="2871" y="1739"/>
                    <a:pt x="3000" y="1782"/>
                    <a:pt x="3173" y="1881"/>
                  </a:cubicBezTo>
                  <a:lnTo>
                    <a:pt x="3878" y="2291"/>
                  </a:lnTo>
                  <a:lnTo>
                    <a:pt x="3878" y="925"/>
                  </a:lnTo>
                  <a:cubicBezTo>
                    <a:pt x="3757" y="841"/>
                    <a:pt x="3339" y="560"/>
                    <a:pt x="2854" y="280"/>
                  </a:cubicBezTo>
                  <a:cubicBezTo>
                    <a:pt x="2530" y="95"/>
                    <a:pt x="2240" y="0"/>
                    <a:pt x="1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2" name="Google Shape;462;p46"/>
          <p:cNvGrpSpPr/>
          <p:nvPr/>
        </p:nvGrpSpPr>
        <p:grpSpPr>
          <a:xfrm>
            <a:off x="4709938" y="2076794"/>
            <a:ext cx="313952" cy="446675"/>
            <a:chOff x="8144921" y="2170747"/>
            <a:chExt cx="262590" cy="373599"/>
          </a:xfrm>
        </p:grpSpPr>
        <p:sp>
          <p:nvSpPr>
            <p:cNvPr id="463" name="Google Shape;463;p46"/>
            <p:cNvSpPr/>
            <p:nvPr/>
          </p:nvSpPr>
          <p:spPr>
            <a:xfrm>
              <a:off x="8144921" y="2170747"/>
              <a:ext cx="262590" cy="373599"/>
            </a:xfrm>
            <a:custGeom>
              <a:rect b="b" l="l" r="r" t="t"/>
              <a:pathLst>
                <a:path extrusionOk="0" h="15010" w="10550">
                  <a:moveTo>
                    <a:pt x="2499" y="1"/>
                  </a:moveTo>
                  <a:cubicBezTo>
                    <a:pt x="2363" y="1"/>
                    <a:pt x="2239" y="34"/>
                    <a:pt x="2133" y="98"/>
                  </a:cubicBezTo>
                  <a:lnTo>
                    <a:pt x="426" y="1092"/>
                  </a:lnTo>
                  <a:cubicBezTo>
                    <a:pt x="176" y="1229"/>
                    <a:pt x="24" y="1540"/>
                    <a:pt x="16" y="1973"/>
                  </a:cubicBezTo>
                  <a:lnTo>
                    <a:pt x="1" y="8939"/>
                  </a:lnTo>
                  <a:cubicBezTo>
                    <a:pt x="1" y="9819"/>
                    <a:pt x="608" y="10882"/>
                    <a:pt x="1375" y="11322"/>
                  </a:cubicBezTo>
                  <a:lnTo>
                    <a:pt x="7438" y="14820"/>
                  </a:lnTo>
                  <a:cubicBezTo>
                    <a:pt x="7661" y="14949"/>
                    <a:pt x="7869" y="15010"/>
                    <a:pt x="8054" y="15010"/>
                  </a:cubicBezTo>
                  <a:cubicBezTo>
                    <a:pt x="8198" y="15010"/>
                    <a:pt x="8327" y="14973"/>
                    <a:pt x="8440" y="14904"/>
                  </a:cubicBezTo>
                  <a:lnTo>
                    <a:pt x="8440" y="14904"/>
                  </a:lnTo>
                  <a:lnTo>
                    <a:pt x="8417" y="14919"/>
                  </a:lnTo>
                  <a:lnTo>
                    <a:pt x="10125" y="13925"/>
                  </a:lnTo>
                  <a:cubicBezTo>
                    <a:pt x="10375" y="13781"/>
                    <a:pt x="10527" y="13470"/>
                    <a:pt x="10527" y="13037"/>
                  </a:cubicBezTo>
                  <a:lnTo>
                    <a:pt x="10549" y="6070"/>
                  </a:lnTo>
                  <a:cubicBezTo>
                    <a:pt x="10549" y="5198"/>
                    <a:pt x="9935" y="4128"/>
                    <a:pt x="9176" y="3688"/>
                  </a:cubicBezTo>
                  <a:lnTo>
                    <a:pt x="3112" y="189"/>
                  </a:lnTo>
                  <a:cubicBezTo>
                    <a:pt x="2894" y="62"/>
                    <a:pt x="2685" y="1"/>
                    <a:pt x="24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46"/>
            <p:cNvSpPr/>
            <p:nvPr/>
          </p:nvSpPr>
          <p:spPr>
            <a:xfrm>
              <a:off x="8354420" y="2495238"/>
              <a:ext cx="52518" cy="46669"/>
            </a:xfrm>
            <a:custGeom>
              <a:rect b="b" l="l" r="r" t="t"/>
              <a:pathLst>
                <a:path extrusionOk="0" h="1875" w="2110">
                  <a:moveTo>
                    <a:pt x="2110" y="0"/>
                  </a:moveTo>
                  <a:lnTo>
                    <a:pt x="402" y="994"/>
                  </a:lnTo>
                  <a:cubicBezTo>
                    <a:pt x="402" y="1424"/>
                    <a:pt x="253" y="1726"/>
                    <a:pt x="6" y="1871"/>
                  </a:cubicBezTo>
                  <a:lnTo>
                    <a:pt x="6" y="1871"/>
                  </a:lnTo>
                  <a:lnTo>
                    <a:pt x="1708" y="880"/>
                  </a:lnTo>
                  <a:cubicBezTo>
                    <a:pt x="1958" y="744"/>
                    <a:pt x="2110" y="433"/>
                    <a:pt x="2110" y="0"/>
                  </a:cubicBezTo>
                  <a:close/>
                  <a:moveTo>
                    <a:pt x="6" y="1871"/>
                  </a:moveTo>
                  <a:lnTo>
                    <a:pt x="0" y="1874"/>
                  </a:lnTo>
                  <a:cubicBezTo>
                    <a:pt x="2" y="1873"/>
                    <a:pt x="4" y="1872"/>
                    <a:pt x="6" y="1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46"/>
            <p:cNvSpPr/>
            <p:nvPr/>
          </p:nvSpPr>
          <p:spPr>
            <a:xfrm>
              <a:off x="8155325" y="2170747"/>
              <a:ext cx="66879" cy="29470"/>
            </a:xfrm>
            <a:custGeom>
              <a:rect b="b" l="l" r="r" t="t"/>
              <a:pathLst>
                <a:path extrusionOk="0" h="1184" w="2687">
                  <a:moveTo>
                    <a:pt x="20" y="1081"/>
                  </a:moveTo>
                  <a:cubicBezTo>
                    <a:pt x="13" y="1085"/>
                    <a:pt x="7" y="1088"/>
                    <a:pt x="0" y="1092"/>
                  </a:cubicBezTo>
                  <a:lnTo>
                    <a:pt x="20" y="1081"/>
                  </a:lnTo>
                  <a:close/>
                  <a:moveTo>
                    <a:pt x="2074" y="1"/>
                  </a:moveTo>
                  <a:cubicBezTo>
                    <a:pt x="1937" y="1"/>
                    <a:pt x="1814" y="34"/>
                    <a:pt x="1708" y="98"/>
                  </a:cubicBezTo>
                  <a:lnTo>
                    <a:pt x="20" y="1081"/>
                  </a:lnTo>
                  <a:lnTo>
                    <a:pt x="20" y="1081"/>
                  </a:lnTo>
                  <a:cubicBezTo>
                    <a:pt x="121" y="1024"/>
                    <a:pt x="238" y="995"/>
                    <a:pt x="366" y="995"/>
                  </a:cubicBezTo>
                  <a:cubicBezTo>
                    <a:pt x="552" y="995"/>
                    <a:pt x="760" y="1056"/>
                    <a:pt x="979" y="1183"/>
                  </a:cubicBezTo>
                  <a:lnTo>
                    <a:pt x="2687" y="189"/>
                  </a:lnTo>
                  <a:cubicBezTo>
                    <a:pt x="2468" y="62"/>
                    <a:pt x="2259" y="1"/>
                    <a:pt x="2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8364426" y="2321829"/>
              <a:ext cx="43085" cy="198174"/>
            </a:xfrm>
            <a:custGeom>
              <a:rect b="b" l="l" r="r" t="t"/>
              <a:pathLst>
                <a:path extrusionOk="0" h="7962" w="1731">
                  <a:moveTo>
                    <a:pt x="1730" y="0"/>
                  </a:moveTo>
                  <a:lnTo>
                    <a:pt x="15" y="995"/>
                  </a:lnTo>
                  <a:lnTo>
                    <a:pt x="0" y="7961"/>
                  </a:lnTo>
                  <a:lnTo>
                    <a:pt x="1708" y="6967"/>
                  </a:lnTo>
                  <a:lnTo>
                    <a:pt x="17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8179693" y="2175451"/>
              <a:ext cx="193619" cy="112030"/>
            </a:xfrm>
            <a:custGeom>
              <a:rect b="b" l="l" r="r" t="t"/>
              <a:pathLst>
                <a:path extrusionOk="0" h="4501" w="7779">
                  <a:moveTo>
                    <a:pt x="1715" y="0"/>
                  </a:moveTo>
                  <a:lnTo>
                    <a:pt x="0" y="994"/>
                  </a:lnTo>
                  <a:lnTo>
                    <a:pt x="6064" y="4500"/>
                  </a:lnTo>
                  <a:lnTo>
                    <a:pt x="7779" y="3499"/>
                  </a:lnTo>
                  <a:lnTo>
                    <a:pt x="17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8330601" y="2262715"/>
              <a:ext cx="76910" cy="83879"/>
            </a:xfrm>
            <a:custGeom>
              <a:rect b="b" l="l" r="r" t="t"/>
              <a:pathLst>
                <a:path extrusionOk="0" h="3370" w="3090">
                  <a:moveTo>
                    <a:pt x="1708" y="0"/>
                  </a:moveTo>
                  <a:lnTo>
                    <a:pt x="1" y="994"/>
                  </a:lnTo>
                  <a:cubicBezTo>
                    <a:pt x="767" y="1427"/>
                    <a:pt x="1382" y="2497"/>
                    <a:pt x="1374" y="3370"/>
                  </a:cubicBezTo>
                  <a:lnTo>
                    <a:pt x="3082" y="2375"/>
                  </a:lnTo>
                  <a:cubicBezTo>
                    <a:pt x="3089" y="1503"/>
                    <a:pt x="2467" y="433"/>
                    <a:pt x="1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8184596" y="2259280"/>
              <a:ext cx="138289" cy="231253"/>
            </a:xfrm>
            <a:custGeom>
              <a:rect b="b" l="l" r="r" t="t"/>
              <a:pathLst>
                <a:path extrusionOk="0" h="9291" w="5556">
                  <a:moveTo>
                    <a:pt x="372" y="1"/>
                  </a:moveTo>
                  <a:cubicBezTo>
                    <a:pt x="152" y="1"/>
                    <a:pt x="1" y="172"/>
                    <a:pt x="1" y="472"/>
                  </a:cubicBezTo>
                  <a:cubicBezTo>
                    <a:pt x="23" y="943"/>
                    <a:pt x="274" y="1368"/>
                    <a:pt x="668" y="1626"/>
                  </a:cubicBezTo>
                  <a:cubicBezTo>
                    <a:pt x="775" y="1688"/>
                    <a:pt x="877" y="1718"/>
                    <a:pt x="968" y="1718"/>
                  </a:cubicBezTo>
                  <a:cubicBezTo>
                    <a:pt x="1185" y="1718"/>
                    <a:pt x="1336" y="1546"/>
                    <a:pt x="1336" y="1246"/>
                  </a:cubicBezTo>
                  <a:cubicBezTo>
                    <a:pt x="1314" y="776"/>
                    <a:pt x="1063" y="351"/>
                    <a:pt x="676" y="93"/>
                  </a:cubicBezTo>
                  <a:cubicBezTo>
                    <a:pt x="567" y="30"/>
                    <a:pt x="463" y="1"/>
                    <a:pt x="372" y="1"/>
                  </a:cubicBezTo>
                  <a:close/>
                  <a:moveTo>
                    <a:pt x="84" y="1876"/>
                  </a:moveTo>
                  <a:lnTo>
                    <a:pt x="77" y="6133"/>
                  </a:lnTo>
                  <a:lnTo>
                    <a:pt x="1230" y="6801"/>
                  </a:lnTo>
                  <a:lnTo>
                    <a:pt x="1238" y="2536"/>
                  </a:lnTo>
                  <a:lnTo>
                    <a:pt x="84" y="1876"/>
                  </a:lnTo>
                  <a:close/>
                  <a:moveTo>
                    <a:pt x="1959" y="2961"/>
                  </a:moveTo>
                  <a:lnTo>
                    <a:pt x="1951" y="7219"/>
                  </a:lnTo>
                  <a:lnTo>
                    <a:pt x="3104" y="7879"/>
                  </a:lnTo>
                  <a:lnTo>
                    <a:pt x="3104" y="5777"/>
                  </a:lnTo>
                  <a:cubicBezTo>
                    <a:pt x="3104" y="5350"/>
                    <a:pt x="3163" y="4968"/>
                    <a:pt x="3464" y="4968"/>
                  </a:cubicBezTo>
                  <a:cubicBezTo>
                    <a:pt x="3554" y="4968"/>
                    <a:pt x="3665" y="5002"/>
                    <a:pt x="3803" y="5079"/>
                  </a:cubicBezTo>
                  <a:cubicBezTo>
                    <a:pt x="4395" y="5420"/>
                    <a:pt x="4395" y="6057"/>
                    <a:pt x="4395" y="6558"/>
                  </a:cubicBezTo>
                  <a:lnTo>
                    <a:pt x="4395" y="8630"/>
                  </a:lnTo>
                  <a:lnTo>
                    <a:pt x="5541" y="9290"/>
                  </a:lnTo>
                  <a:lnTo>
                    <a:pt x="5548" y="6953"/>
                  </a:lnTo>
                  <a:cubicBezTo>
                    <a:pt x="5556" y="5807"/>
                    <a:pt x="5343" y="4798"/>
                    <a:pt x="4175" y="4122"/>
                  </a:cubicBezTo>
                  <a:cubicBezTo>
                    <a:pt x="3941" y="3990"/>
                    <a:pt x="3738" y="3936"/>
                    <a:pt x="3571" y="3936"/>
                  </a:cubicBezTo>
                  <a:cubicBezTo>
                    <a:pt x="3336" y="3936"/>
                    <a:pt x="3170" y="4041"/>
                    <a:pt x="3082" y="4183"/>
                  </a:cubicBezTo>
                  <a:lnTo>
                    <a:pt x="3067" y="4175"/>
                  </a:lnTo>
                  <a:lnTo>
                    <a:pt x="3067" y="3599"/>
                  </a:lnTo>
                  <a:lnTo>
                    <a:pt x="1959" y="29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8184596" y="2259206"/>
              <a:ext cx="33079" cy="169376"/>
            </a:xfrm>
            <a:custGeom>
              <a:rect b="b" l="l" r="r" t="t"/>
              <a:pathLst>
                <a:path extrusionOk="0" h="6805" w="1329">
                  <a:moveTo>
                    <a:pt x="368" y="0"/>
                  </a:moveTo>
                  <a:cubicBezTo>
                    <a:pt x="152" y="0"/>
                    <a:pt x="1" y="175"/>
                    <a:pt x="1" y="475"/>
                  </a:cubicBezTo>
                  <a:cubicBezTo>
                    <a:pt x="23" y="938"/>
                    <a:pt x="266" y="1371"/>
                    <a:pt x="661" y="1629"/>
                  </a:cubicBezTo>
                  <a:cubicBezTo>
                    <a:pt x="769" y="1690"/>
                    <a:pt x="870" y="1719"/>
                    <a:pt x="960" y="1719"/>
                  </a:cubicBezTo>
                  <a:cubicBezTo>
                    <a:pt x="1180" y="1719"/>
                    <a:pt x="1329" y="1545"/>
                    <a:pt x="1329" y="1249"/>
                  </a:cubicBezTo>
                  <a:cubicBezTo>
                    <a:pt x="1306" y="779"/>
                    <a:pt x="1063" y="346"/>
                    <a:pt x="668" y="96"/>
                  </a:cubicBezTo>
                  <a:cubicBezTo>
                    <a:pt x="561" y="31"/>
                    <a:pt x="459" y="0"/>
                    <a:pt x="368" y="0"/>
                  </a:cubicBezTo>
                  <a:close/>
                  <a:moveTo>
                    <a:pt x="84" y="1879"/>
                  </a:moveTo>
                  <a:lnTo>
                    <a:pt x="77" y="6136"/>
                  </a:lnTo>
                  <a:lnTo>
                    <a:pt x="1230" y="6804"/>
                  </a:lnTo>
                  <a:lnTo>
                    <a:pt x="1238" y="2539"/>
                  </a:lnTo>
                  <a:lnTo>
                    <a:pt x="84" y="187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8233131" y="2332780"/>
              <a:ext cx="89579" cy="157753"/>
            </a:xfrm>
            <a:custGeom>
              <a:rect b="b" l="l" r="r" t="t"/>
              <a:pathLst>
                <a:path extrusionOk="0" h="6338" w="3599">
                  <a:moveTo>
                    <a:pt x="9" y="1"/>
                  </a:moveTo>
                  <a:lnTo>
                    <a:pt x="1" y="4266"/>
                  </a:lnTo>
                  <a:lnTo>
                    <a:pt x="1147" y="4926"/>
                  </a:lnTo>
                  <a:lnTo>
                    <a:pt x="1154" y="2824"/>
                  </a:lnTo>
                  <a:cubicBezTo>
                    <a:pt x="1154" y="2394"/>
                    <a:pt x="1212" y="2008"/>
                    <a:pt x="1509" y="2008"/>
                  </a:cubicBezTo>
                  <a:cubicBezTo>
                    <a:pt x="1600" y="2008"/>
                    <a:pt x="1712" y="2044"/>
                    <a:pt x="1853" y="2126"/>
                  </a:cubicBezTo>
                  <a:cubicBezTo>
                    <a:pt x="2452" y="2475"/>
                    <a:pt x="2445" y="3104"/>
                    <a:pt x="2445" y="3598"/>
                  </a:cubicBezTo>
                  <a:lnTo>
                    <a:pt x="2445" y="5669"/>
                  </a:lnTo>
                  <a:lnTo>
                    <a:pt x="3591" y="6337"/>
                  </a:lnTo>
                  <a:lnTo>
                    <a:pt x="3598" y="4000"/>
                  </a:lnTo>
                  <a:cubicBezTo>
                    <a:pt x="3598" y="2854"/>
                    <a:pt x="3393" y="1845"/>
                    <a:pt x="2225" y="1169"/>
                  </a:cubicBezTo>
                  <a:lnTo>
                    <a:pt x="2225" y="1177"/>
                  </a:lnTo>
                  <a:cubicBezTo>
                    <a:pt x="1988" y="1040"/>
                    <a:pt x="1784" y="984"/>
                    <a:pt x="1616" y="984"/>
                  </a:cubicBezTo>
                  <a:cubicBezTo>
                    <a:pt x="1384" y="984"/>
                    <a:pt x="1220" y="1089"/>
                    <a:pt x="1132" y="1230"/>
                  </a:cubicBezTo>
                  <a:lnTo>
                    <a:pt x="1117" y="1222"/>
                  </a:lnTo>
                  <a:lnTo>
                    <a:pt x="1117" y="646"/>
                  </a:lnTo>
                  <a:lnTo>
                    <a:pt x="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" name="Google Shape;472;p46"/>
          <p:cNvGrpSpPr/>
          <p:nvPr/>
        </p:nvGrpSpPr>
        <p:grpSpPr>
          <a:xfrm>
            <a:off x="4709955" y="2520758"/>
            <a:ext cx="313922" cy="446734"/>
            <a:chOff x="7542583" y="1610473"/>
            <a:chExt cx="262565" cy="373649"/>
          </a:xfrm>
        </p:grpSpPr>
        <p:sp>
          <p:nvSpPr>
            <p:cNvPr id="473" name="Google Shape;473;p46"/>
            <p:cNvSpPr/>
            <p:nvPr/>
          </p:nvSpPr>
          <p:spPr>
            <a:xfrm>
              <a:off x="7542583" y="1610522"/>
              <a:ext cx="262565" cy="373599"/>
            </a:xfrm>
            <a:custGeom>
              <a:rect b="b" l="l" r="r" t="t"/>
              <a:pathLst>
                <a:path extrusionOk="0" h="15010" w="10549">
                  <a:moveTo>
                    <a:pt x="2498" y="0"/>
                  </a:moveTo>
                  <a:cubicBezTo>
                    <a:pt x="2362" y="0"/>
                    <a:pt x="2239" y="33"/>
                    <a:pt x="2133" y="98"/>
                  </a:cubicBezTo>
                  <a:lnTo>
                    <a:pt x="425" y="1092"/>
                  </a:lnTo>
                  <a:cubicBezTo>
                    <a:pt x="175" y="1228"/>
                    <a:pt x="23" y="1540"/>
                    <a:pt x="23" y="1972"/>
                  </a:cubicBezTo>
                  <a:lnTo>
                    <a:pt x="0" y="8939"/>
                  </a:lnTo>
                  <a:cubicBezTo>
                    <a:pt x="0" y="9819"/>
                    <a:pt x="615" y="10881"/>
                    <a:pt x="1374" y="11322"/>
                  </a:cubicBezTo>
                  <a:lnTo>
                    <a:pt x="7437" y="14820"/>
                  </a:lnTo>
                  <a:cubicBezTo>
                    <a:pt x="7660" y="14948"/>
                    <a:pt x="7870" y="15009"/>
                    <a:pt x="8057" y="15009"/>
                  </a:cubicBezTo>
                  <a:cubicBezTo>
                    <a:pt x="8200" y="15009"/>
                    <a:pt x="8330" y="14973"/>
                    <a:pt x="8439" y="14903"/>
                  </a:cubicBezTo>
                  <a:lnTo>
                    <a:pt x="8439" y="14903"/>
                  </a:lnTo>
                  <a:lnTo>
                    <a:pt x="8416" y="14919"/>
                  </a:lnTo>
                  <a:lnTo>
                    <a:pt x="10124" y="13924"/>
                  </a:lnTo>
                  <a:cubicBezTo>
                    <a:pt x="10374" y="13780"/>
                    <a:pt x="10526" y="13469"/>
                    <a:pt x="10526" y="13037"/>
                  </a:cubicBezTo>
                  <a:lnTo>
                    <a:pt x="10549" y="6070"/>
                  </a:lnTo>
                  <a:cubicBezTo>
                    <a:pt x="10549" y="5190"/>
                    <a:pt x="9934" y="4127"/>
                    <a:pt x="9175" y="3687"/>
                  </a:cubicBezTo>
                  <a:lnTo>
                    <a:pt x="3112" y="189"/>
                  </a:lnTo>
                  <a:cubicBezTo>
                    <a:pt x="2893" y="62"/>
                    <a:pt x="2684" y="0"/>
                    <a:pt x="2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6"/>
            <p:cNvSpPr/>
            <p:nvPr/>
          </p:nvSpPr>
          <p:spPr>
            <a:xfrm>
              <a:off x="7752232" y="1934989"/>
              <a:ext cx="52344" cy="46694"/>
            </a:xfrm>
            <a:custGeom>
              <a:rect b="b" l="l" r="r" t="t"/>
              <a:pathLst>
                <a:path extrusionOk="0" h="1876" w="2103">
                  <a:moveTo>
                    <a:pt x="2103" y="1"/>
                  </a:moveTo>
                  <a:lnTo>
                    <a:pt x="395" y="995"/>
                  </a:lnTo>
                  <a:cubicBezTo>
                    <a:pt x="395" y="1427"/>
                    <a:pt x="244" y="1731"/>
                    <a:pt x="1" y="1875"/>
                  </a:cubicBezTo>
                  <a:lnTo>
                    <a:pt x="1708" y="881"/>
                  </a:lnTo>
                  <a:cubicBezTo>
                    <a:pt x="1951" y="737"/>
                    <a:pt x="2103" y="433"/>
                    <a:pt x="2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7552962" y="1610473"/>
              <a:ext cx="67079" cy="29495"/>
            </a:xfrm>
            <a:custGeom>
              <a:rect b="b" l="l" r="r" t="t"/>
              <a:pathLst>
                <a:path extrusionOk="0" h="1185" w="2695">
                  <a:moveTo>
                    <a:pt x="2068" y="1"/>
                  </a:moveTo>
                  <a:cubicBezTo>
                    <a:pt x="1934" y="1"/>
                    <a:pt x="1812" y="32"/>
                    <a:pt x="1708" y="92"/>
                  </a:cubicBezTo>
                  <a:lnTo>
                    <a:pt x="1" y="1086"/>
                  </a:lnTo>
                  <a:cubicBezTo>
                    <a:pt x="105" y="1026"/>
                    <a:pt x="226" y="995"/>
                    <a:pt x="360" y="995"/>
                  </a:cubicBezTo>
                  <a:cubicBezTo>
                    <a:pt x="548" y="995"/>
                    <a:pt x="761" y="1056"/>
                    <a:pt x="987" y="1185"/>
                  </a:cubicBezTo>
                  <a:lnTo>
                    <a:pt x="2695" y="191"/>
                  </a:lnTo>
                  <a:cubicBezTo>
                    <a:pt x="2469" y="62"/>
                    <a:pt x="2256" y="1"/>
                    <a:pt x="20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46"/>
            <p:cNvSpPr/>
            <p:nvPr/>
          </p:nvSpPr>
          <p:spPr>
            <a:xfrm>
              <a:off x="7762063" y="1761605"/>
              <a:ext cx="43085" cy="198149"/>
            </a:xfrm>
            <a:custGeom>
              <a:rect b="b" l="l" r="r" t="t"/>
              <a:pathLst>
                <a:path extrusionOk="0" h="7961" w="1731">
                  <a:moveTo>
                    <a:pt x="1731" y="0"/>
                  </a:moveTo>
                  <a:lnTo>
                    <a:pt x="23" y="994"/>
                  </a:lnTo>
                  <a:lnTo>
                    <a:pt x="0" y="7961"/>
                  </a:lnTo>
                  <a:lnTo>
                    <a:pt x="1716" y="6967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46"/>
            <p:cNvSpPr/>
            <p:nvPr/>
          </p:nvSpPr>
          <p:spPr>
            <a:xfrm>
              <a:off x="7577529" y="1615202"/>
              <a:ext cx="193445" cy="111856"/>
            </a:xfrm>
            <a:custGeom>
              <a:rect b="b" l="l" r="r" t="t"/>
              <a:pathLst>
                <a:path extrusionOk="0" h="4494" w="7772">
                  <a:moveTo>
                    <a:pt x="1708" y="1"/>
                  </a:moveTo>
                  <a:lnTo>
                    <a:pt x="0" y="995"/>
                  </a:lnTo>
                  <a:lnTo>
                    <a:pt x="6064" y="4493"/>
                  </a:lnTo>
                  <a:lnTo>
                    <a:pt x="7771" y="3499"/>
                  </a:lnTo>
                  <a:lnTo>
                    <a:pt x="17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46"/>
            <p:cNvSpPr/>
            <p:nvPr/>
          </p:nvSpPr>
          <p:spPr>
            <a:xfrm>
              <a:off x="7728437" y="1702292"/>
              <a:ext cx="76711" cy="84078"/>
            </a:xfrm>
            <a:custGeom>
              <a:rect b="b" l="l" r="r" t="t"/>
              <a:pathLst>
                <a:path extrusionOk="0" h="3378" w="3082">
                  <a:moveTo>
                    <a:pt x="1708" y="0"/>
                  </a:moveTo>
                  <a:lnTo>
                    <a:pt x="1" y="994"/>
                  </a:lnTo>
                  <a:cubicBezTo>
                    <a:pt x="759" y="1434"/>
                    <a:pt x="1374" y="2497"/>
                    <a:pt x="1374" y="3377"/>
                  </a:cubicBezTo>
                  <a:lnTo>
                    <a:pt x="3082" y="2383"/>
                  </a:lnTo>
                  <a:cubicBezTo>
                    <a:pt x="3082" y="1510"/>
                    <a:pt x="2467" y="440"/>
                    <a:pt x="1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6"/>
            <p:cNvSpPr/>
            <p:nvPr/>
          </p:nvSpPr>
          <p:spPr>
            <a:xfrm>
              <a:off x="7584498" y="1718346"/>
              <a:ext cx="137343" cy="152625"/>
            </a:xfrm>
            <a:custGeom>
              <a:rect b="b" l="l" r="r" t="t"/>
              <a:pathLst>
                <a:path extrusionOk="0" h="6132" w="5518">
                  <a:moveTo>
                    <a:pt x="396" y="0"/>
                  </a:moveTo>
                  <a:cubicBezTo>
                    <a:pt x="289" y="167"/>
                    <a:pt x="236" y="364"/>
                    <a:pt x="244" y="562"/>
                  </a:cubicBezTo>
                  <a:cubicBezTo>
                    <a:pt x="244" y="1010"/>
                    <a:pt x="441" y="1526"/>
                    <a:pt x="745" y="1928"/>
                  </a:cubicBezTo>
                  <a:cubicBezTo>
                    <a:pt x="547" y="1806"/>
                    <a:pt x="373" y="1655"/>
                    <a:pt x="229" y="1472"/>
                  </a:cubicBezTo>
                  <a:lnTo>
                    <a:pt x="229" y="1488"/>
                  </a:lnTo>
                  <a:cubicBezTo>
                    <a:pt x="229" y="2117"/>
                    <a:pt x="616" y="2869"/>
                    <a:pt x="1132" y="3286"/>
                  </a:cubicBezTo>
                  <a:cubicBezTo>
                    <a:pt x="1025" y="3256"/>
                    <a:pt x="927" y="3210"/>
                    <a:pt x="836" y="3157"/>
                  </a:cubicBezTo>
                  <a:cubicBezTo>
                    <a:pt x="760" y="3112"/>
                    <a:pt x="691" y="3066"/>
                    <a:pt x="623" y="3013"/>
                  </a:cubicBezTo>
                  <a:lnTo>
                    <a:pt x="623" y="3013"/>
                  </a:lnTo>
                  <a:cubicBezTo>
                    <a:pt x="767" y="3612"/>
                    <a:pt x="1177" y="4227"/>
                    <a:pt x="1670" y="4523"/>
                  </a:cubicBezTo>
                  <a:cubicBezTo>
                    <a:pt x="1554" y="4560"/>
                    <a:pt x="1429" y="4578"/>
                    <a:pt x="1296" y="4578"/>
                  </a:cubicBezTo>
                  <a:cubicBezTo>
                    <a:pt x="988" y="4578"/>
                    <a:pt x="640" y="4477"/>
                    <a:pt x="274" y="4265"/>
                  </a:cubicBezTo>
                  <a:cubicBezTo>
                    <a:pt x="183" y="4212"/>
                    <a:pt x="92" y="4159"/>
                    <a:pt x="1" y="4091"/>
                  </a:cubicBezTo>
                  <a:lnTo>
                    <a:pt x="1" y="4091"/>
                  </a:lnTo>
                  <a:cubicBezTo>
                    <a:pt x="471" y="4728"/>
                    <a:pt x="1056" y="5259"/>
                    <a:pt x="1739" y="5669"/>
                  </a:cubicBezTo>
                  <a:cubicBezTo>
                    <a:pt x="2295" y="5991"/>
                    <a:pt x="2783" y="6131"/>
                    <a:pt x="3201" y="6131"/>
                  </a:cubicBezTo>
                  <a:cubicBezTo>
                    <a:pt x="4340" y="6131"/>
                    <a:pt x="4951" y="5087"/>
                    <a:pt x="4956" y="3833"/>
                  </a:cubicBezTo>
                  <a:lnTo>
                    <a:pt x="4956" y="3666"/>
                  </a:lnTo>
                  <a:cubicBezTo>
                    <a:pt x="5177" y="3612"/>
                    <a:pt x="5366" y="3491"/>
                    <a:pt x="5518" y="3317"/>
                  </a:cubicBezTo>
                  <a:cubicBezTo>
                    <a:pt x="5290" y="3301"/>
                    <a:pt x="5070" y="3241"/>
                    <a:pt x="4865" y="3150"/>
                  </a:cubicBezTo>
                  <a:cubicBezTo>
                    <a:pt x="5108" y="3119"/>
                    <a:pt x="5306" y="2952"/>
                    <a:pt x="5366" y="2717"/>
                  </a:cubicBezTo>
                  <a:lnTo>
                    <a:pt x="5366" y="2717"/>
                  </a:lnTo>
                  <a:cubicBezTo>
                    <a:pt x="5314" y="2722"/>
                    <a:pt x="5262" y="2724"/>
                    <a:pt x="5210" y="2724"/>
                  </a:cubicBezTo>
                  <a:cubicBezTo>
                    <a:pt x="5020" y="2724"/>
                    <a:pt x="4830" y="2692"/>
                    <a:pt x="4645" y="2626"/>
                  </a:cubicBezTo>
                  <a:cubicBezTo>
                    <a:pt x="4456" y="2262"/>
                    <a:pt x="4167" y="1958"/>
                    <a:pt x="3826" y="1738"/>
                  </a:cubicBezTo>
                  <a:cubicBezTo>
                    <a:pt x="3642" y="1634"/>
                    <a:pt x="3470" y="1585"/>
                    <a:pt x="3318" y="1585"/>
                  </a:cubicBezTo>
                  <a:cubicBezTo>
                    <a:pt x="2946" y="1585"/>
                    <a:pt x="2693" y="1877"/>
                    <a:pt x="2687" y="2383"/>
                  </a:cubicBezTo>
                  <a:cubicBezTo>
                    <a:pt x="2687" y="2489"/>
                    <a:pt x="2703" y="2596"/>
                    <a:pt x="2718" y="2694"/>
                  </a:cubicBezTo>
                  <a:cubicBezTo>
                    <a:pt x="1784" y="2102"/>
                    <a:pt x="950" y="1101"/>
                    <a:pt x="3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7"/>
          <p:cNvSpPr/>
          <p:nvPr/>
        </p:nvSpPr>
        <p:spPr>
          <a:xfrm flipH="1" rot="-368550">
            <a:off x="5205585" y="3359654"/>
            <a:ext cx="3053229" cy="931142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7"/>
          <p:cNvSpPr/>
          <p:nvPr/>
        </p:nvSpPr>
        <p:spPr>
          <a:xfrm flipH="1">
            <a:off x="8096073" y="3351039"/>
            <a:ext cx="14312" cy="3533"/>
          </a:xfrm>
          <a:custGeom>
            <a:rect b="b" l="l" r="r" t="t"/>
            <a:pathLst>
              <a:path extrusionOk="0" h="79" w="320">
                <a:moveTo>
                  <a:pt x="1" y="1"/>
                </a:moveTo>
                <a:lnTo>
                  <a:pt x="1" y="1"/>
                </a:lnTo>
                <a:cubicBezTo>
                  <a:pt x="86" y="51"/>
                  <a:pt x="205" y="78"/>
                  <a:pt x="320" y="78"/>
                </a:cubicBezTo>
                <a:cubicBezTo>
                  <a:pt x="205" y="78"/>
                  <a:pt x="89" y="51"/>
                  <a:pt x="1" y="1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47"/>
          <p:cNvSpPr/>
          <p:nvPr/>
        </p:nvSpPr>
        <p:spPr>
          <a:xfrm flipH="1">
            <a:off x="8182750" y="2442109"/>
            <a:ext cx="16325" cy="2639"/>
          </a:xfrm>
          <a:custGeom>
            <a:rect b="b" l="l" r="r" t="t"/>
            <a:pathLst>
              <a:path extrusionOk="0" h="59" w="365">
                <a:moveTo>
                  <a:pt x="1" y="1"/>
                </a:moveTo>
                <a:cubicBezTo>
                  <a:pt x="126" y="1"/>
                  <a:pt x="256" y="21"/>
                  <a:pt x="365" y="59"/>
                </a:cubicBezTo>
                <a:cubicBezTo>
                  <a:pt x="256" y="21"/>
                  <a:pt x="130" y="1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7"/>
          <p:cNvSpPr/>
          <p:nvPr/>
        </p:nvSpPr>
        <p:spPr>
          <a:xfrm flipH="1">
            <a:off x="6935415" y="3453348"/>
            <a:ext cx="473280" cy="287090"/>
          </a:xfrm>
          <a:custGeom>
            <a:rect b="b" l="l" r="r" t="t"/>
            <a:pathLst>
              <a:path extrusionOk="0" h="6419" w="10582">
                <a:moveTo>
                  <a:pt x="10581" y="0"/>
                </a:moveTo>
                <a:lnTo>
                  <a:pt x="1" y="6120"/>
                </a:lnTo>
                <a:lnTo>
                  <a:pt x="504" y="6418"/>
                </a:lnTo>
                <a:lnTo>
                  <a:pt x="10581" y="595"/>
                </a:lnTo>
                <a:lnTo>
                  <a:pt x="10581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7"/>
          <p:cNvSpPr/>
          <p:nvPr/>
        </p:nvSpPr>
        <p:spPr>
          <a:xfrm flipH="1">
            <a:off x="7521939" y="1657582"/>
            <a:ext cx="449799" cy="1817266"/>
          </a:xfrm>
          <a:custGeom>
            <a:rect b="b" l="l" r="r" t="t"/>
            <a:pathLst>
              <a:path extrusionOk="0" h="40632" w="10057">
                <a:moveTo>
                  <a:pt x="9155" y="1"/>
                </a:moveTo>
                <a:cubicBezTo>
                  <a:pt x="9092" y="1"/>
                  <a:pt x="9031" y="44"/>
                  <a:pt x="9013" y="112"/>
                </a:cubicBezTo>
                <a:lnTo>
                  <a:pt x="14" y="40062"/>
                </a:lnTo>
                <a:cubicBezTo>
                  <a:pt x="0" y="40123"/>
                  <a:pt x="28" y="40185"/>
                  <a:pt x="82" y="40216"/>
                </a:cubicBezTo>
                <a:lnTo>
                  <a:pt x="670" y="40556"/>
                </a:lnTo>
                <a:cubicBezTo>
                  <a:pt x="673" y="40559"/>
                  <a:pt x="673" y="40559"/>
                  <a:pt x="677" y="40562"/>
                </a:cubicBezTo>
                <a:cubicBezTo>
                  <a:pt x="764" y="40607"/>
                  <a:pt x="872" y="40631"/>
                  <a:pt x="983" y="40631"/>
                </a:cubicBezTo>
                <a:cubicBezTo>
                  <a:pt x="998" y="40631"/>
                  <a:pt x="1013" y="40631"/>
                  <a:pt x="1028" y="40630"/>
                </a:cubicBezTo>
                <a:lnTo>
                  <a:pt x="1279" y="39525"/>
                </a:lnTo>
                <a:lnTo>
                  <a:pt x="10044" y="608"/>
                </a:lnTo>
                <a:cubicBezTo>
                  <a:pt x="10057" y="550"/>
                  <a:pt x="10030" y="485"/>
                  <a:pt x="9975" y="455"/>
                </a:cubicBezTo>
                <a:lnTo>
                  <a:pt x="9224" y="19"/>
                </a:lnTo>
                <a:cubicBezTo>
                  <a:pt x="9202" y="7"/>
                  <a:pt x="9178" y="1"/>
                  <a:pt x="9155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7"/>
          <p:cNvSpPr/>
          <p:nvPr/>
        </p:nvSpPr>
        <p:spPr>
          <a:xfrm flipH="1">
            <a:off x="7476319" y="1654183"/>
            <a:ext cx="449486" cy="1820621"/>
          </a:xfrm>
          <a:custGeom>
            <a:rect b="b" l="l" r="r" t="t"/>
            <a:pathLst>
              <a:path extrusionOk="0" h="40707" w="10050">
                <a:moveTo>
                  <a:pt x="10050" y="1"/>
                </a:moveTo>
                <a:lnTo>
                  <a:pt x="9041" y="585"/>
                </a:lnTo>
                <a:lnTo>
                  <a:pt x="252" y="39601"/>
                </a:lnTo>
                <a:lnTo>
                  <a:pt x="1" y="40706"/>
                </a:lnTo>
                <a:cubicBezTo>
                  <a:pt x="112" y="40706"/>
                  <a:pt x="221" y="40682"/>
                  <a:pt x="307" y="40632"/>
                </a:cubicBezTo>
                <a:lnTo>
                  <a:pt x="894" y="40292"/>
                </a:lnTo>
                <a:cubicBezTo>
                  <a:pt x="949" y="40257"/>
                  <a:pt x="990" y="40204"/>
                  <a:pt x="1007" y="40138"/>
                </a:cubicBezTo>
                <a:lnTo>
                  <a:pt x="10050" y="1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7"/>
          <p:cNvSpPr/>
          <p:nvPr/>
        </p:nvSpPr>
        <p:spPr>
          <a:xfrm flipH="1">
            <a:off x="7431102" y="2540504"/>
            <a:ext cx="45396" cy="1584920"/>
          </a:xfrm>
          <a:custGeom>
            <a:rect b="b" l="l" r="r" t="t"/>
            <a:pathLst>
              <a:path extrusionOk="0" h="35437" w="1015">
                <a:moveTo>
                  <a:pt x="1" y="1"/>
                </a:moveTo>
                <a:lnTo>
                  <a:pt x="4" y="34856"/>
                </a:lnTo>
                <a:cubicBezTo>
                  <a:pt x="4" y="34924"/>
                  <a:pt x="45" y="34992"/>
                  <a:pt x="134" y="35043"/>
                </a:cubicBezTo>
                <a:lnTo>
                  <a:pt x="680" y="35359"/>
                </a:lnTo>
                <a:cubicBezTo>
                  <a:pt x="684" y="35363"/>
                  <a:pt x="684" y="35363"/>
                  <a:pt x="688" y="35363"/>
                </a:cubicBezTo>
                <a:cubicBezTo>
                  <a:pt x="776" y="35413"/>
                  <a:pt x="895" y="35437"/>
                  <a:pt x="1014" y="35437"/>
                </a:cubicBezTo>
                <a:lnTo>
                  <a:pt x="1014" y="34278"/>
                </a:lnTo>
                <a:lnTo>
                  <a:pt x="1011" y="586"/>
                </a:lnTo>
                <a:lnTo>
                  <a:pt x="1" y="1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7"/>
          <p:cNvSpPr/>
          <p:nvPr/>
        </p:nvSpPr>
        <p:spPr>
          <a:xfrm flipH="1">
            <a:off x="7385975" y="2540683"/>
            <a:ext cx="45351" cy="1584741"/>
          </a:xfrm>
          <a:custGeom>
            <a:rect b="b" l="l" r="r" t="t"/>
            <a:pathLst>
              <a:path extrusionOk="0" h="35433" w="1014">
                <a:moveTo>
                  <a:pt x="1013" y="0"/>
                </a:moveTo>
                <a:lnTo>
                  <a:pt x="1" y="582"/>
                </a:lnTo>
                <a:lnTo>
                  <a:pt x="4" y="34274"/>
                </a:lnTo>
                <a:lnTo>
                  <a:pt x="4" y="35433"/>
                </a:lnTo>
                <a:cubicBezTo>
                  <a:pt x="123" y="35433"/>
                  <a:pt x="246" y="35409"/>
                  <a:pt x="334" y="35355"/>
                </a:cubicBezTo>
                <a:lnTo>
                  <a:pt x="878" y="35039"/>
                </a:lnTo>
                <a:cubicBezTo>
                  <a:pt x="959" y="34991"/>
                  <a:pt x="1007" y="34927"/>
                  <a:pt x="1010" y="34866"/>
                </a:cubicBezTo>
                <a:lnTo>
                  <a:pt x="1010" y="34838"/>
                </a:lnTo>
                <a:lnTo>
                  <a:pt x="1013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7"/>
          <p:cNvSpPr/>
          <p:nvPr/>
        </p:nvSpPr>
        <p:spPr>
          <a:xfrm flipH="1">
            <a:off x="6846189" y="2358025"/>
            <a:ext cx="314148" cy="1429679"/>
          </a:xfrm>
          <a:custGeom>
            <a:rect b="b" l="l" r="r" t="t"/>
            <a:pathLst>
              <a:path extrusionOk="0" h="31966" w="7024">
                <a:moveTo>
                  <a:pt x="0" y="1"/>
                </a:moveTo>
                <a:lnTo>
                  <a:pt x="6010" y="31357"/>
                </a:lnTo>
                <a:cubicBezTo>
                  <a:pt x="6028" y="31439"/>
                  <a:pt x="6075" y="31511"/>
                  <a:pt x="6150" y="31551"/>
                </a:cubicBezTo>
                <a:lnTo>
                  <a:pt x="6711" y="31875"/>
                </a:lnTo>
                <a:cubicBezTo>
                  <a:pt x="6830" y="31946"/>
                  <a:pt x="6956" y="31966"/>
                  <a:pt x="7024" y="31966"/>
                </a:cubicBezTo>
                <a:lnTo>
                  <a:pt x="6809" y="30837"/>
                </a:lnTo>
                <a:lnTo>
                  <a:pt x="1010" y="583"/>
                </a:lnTo>
                <a:lnTo>
                  <a:pt x="0" y="1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7"/>
          <p:cNvSpPr/>
          <p:nvPr/>
        </p:nvSpPr>
        <p:spPr>
          <a:xfrm flipH="1">
            <a:off x="6801196" y="2358204"/>
            <a:ext cx="314014" cy="1429500"/>
          </a:xfrm>
          <a:custGeom>
            <a:rect b="b" l="l" r="r" t="t"/>
            <a:pathLst>
              <a:path extrusionOk="0" h="31962" w="7021">
                <a:moveTo>
                  <a:pt x="1014" y="0"/>
                </a:moveTo>
                <a:lnTo>
                  <a:pt x="1" y="579"/>
                </a:lnTo>
                <a:lnTo>
                  <a:pt x="5800" y="30833"/>
                </a:lnTo>
                <a:lnTo>
                  <a:pt x="6015" y="31962"/>
                </a:lnTo>
                <a:cubicBezTo>
                  <a:pt x="6134" y="31962"/>
                  <a:pt x="6253" y="31935"/>
                  <a:pt x="6345" y="31884"/>
                </a:cubicBezTo>
                <a:lnTo>
                  <a:pt x="6371" y="31871"/>
                </a:lnTo>
                <a:lnTo>
                  <a:pt x="6886" y="31571"/>
                </a:lnTo>
                <a:cubicBezTo>
                  <a:pt x="6977" y="31516"/>
                  <a:pt x="7021" y="31449"/>
                  <a:pt x="7021" y="31381"/>
                </a:cubicBezTo>
                <a:lnTo>
                  <a:pt x="7021" y="31374"/>
                </a:lnTo>
                <a:lnTo>
                  <a:pt x="7014" y="31337"/>
                </a:lnTo>
                <a:lnTo>
                  <a:pt x="7014" y="31330"/>
                </a:lnTo>
                <a:lnTo>
                  <a:pt x="1014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7"/>
          <p:cNvSpPr/>
          <p:nvPr/>
        </p:nvSpPr>
        <p:spPr>
          <a:xfrm flipH="1">
            <a:off x="6890422" y="3453929"/>
            <a:ext cx="511251" cy="347200"/>
          </a:xfrm>
          <a:custGeom>
            <a:rect b="b" l="l" r="r" t="t"/>
            <a:pathLst>
              <a:path extrusionOk="0" h="7763" w="11431">
                <a:moveTo>
                  <a:pt x="11430" y="0"/>
                </a:moveTo>
                <a:lnTo>
                  <a:pt x="0" y="6600"/>
                </a:lnTo>
                <a:lnTo>
                  <a:pt x="0" y="7762"/>
                </a:lnTo>
                <a:lnTo>
                  <a:pt x="11430" y="1163"/>
                </a:lnTo>
                <a:lnTo>
                  <a:pt x="11430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7"/>
          <p:cNvSpPr/>
          <p:nvPr/>
        </p:nvSpPr>
        <p:spPr>
          <a:xfrm flipH="1">
            <a:off x="6619925" y="2261911"/>
            <a:ext cx="1487285" cy="900940"/>
          </a:xfrm>
          <a:custGeom>
            <a:rect b="b" l="l" r="r" t="t"/>
            <a:pathLst>
              <a:path extrusionOk="0" h="20144" w="33254">
                <a:moveTo>
                  <a:pt x="29221" y="0"/>
                </a:moveTo>
                <a:cubicBezTo>
                  <a:pt x="29105" y="0"/>
                  <a:pt x="28988" y="26"/>
                  <a:pt x="28898" y="77"/>
                </a:cubicBezTo>
                <a:lnTo>
                  <a:pt x="324" y="16575"/>
                </a:lnTo>
                <a:cubicBezTo>
                  <a:pt x="143" y="16681"/>
                  <a:pt x="1" y="16929"/>
                  <a:pt x="1" y="17133"/>
                </a:cubicBezTo>
                <a:lnTo>
                  <a:pt x="1" y="17554"/>
                </a:lnTo>
                <a:cubicBezTo>
                  <a:pt x="1" y="17758"/>
                  <a:pt x="143" y="18010"/>
                  <a:pt x="324" y="18112"/>
                </a:cubicBezTo>
                <a:lnTo>
                  <a:pt x="3710" y="20068"/>
                </a:lnTo>
                <a:cubicBezTo>
                  <a:pt x="3798" y="20118"/>
                  <a:pt x="3914" y="20144"/>
                  <a:pt x="4031" y="20144"/>
                </a:cubicBezTo>
                <a:cubicBezTo>
                  <a:pt x="4147" y="20144"/>
                  <a:pt x="4263" y="20118"/>
                  <a:pt x="4352" y="20068"/>
                </a:cubicBezTo>
                <a:lnTo>
                  <a:pt x="32931" y="3568"/>
                </a:lnTo>
                <a:cubicBezTo>
                  <a:pt x="33108" y="3466"/>
                  <a:pt x="33254" y="3214"/>
                  <a:pt x="33254" y="3010"/>
                </a:cubicBezTo>
                <a:lnTo>
                  <a:pt x="33254" y="2592"/>
                </a:lnTo>
                <a:cubicBezTo>
                  <a:pt x="33254" y="2385"/>
                  <a:pt x="33108" y="2137"/>
                  <a:pt x="32931" y="2031"/>
                </a:cubicBezTo>
                <a:lnTo>
                  <a:pt x="29544" y="77"/>
                </a:lnTo>
                <a:cubicBezTo>
                  <a:pt x="29454" y="26"/>
                  <a:pt x="29338" y="0"/>
                  <a:pt x="2922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7"/>
          <p:cNvSpPr/>
          <p:nvPr/>
        </p:nvSpPr>
        <p:spPr>
          <a:xfrm flipH="1">
            <a:off x="6626455" y="2330832"/>
            <a:ext cx="1472884" cy="779959"/>
          </a:xfrm>
          <a:custGeom>
            <a:rect b="b" l="l" r="r" t="t"/>
            <a:pathLst>
              <a:path extrusionOk="0" h="17439" w="32932">
                <a:moveTo>
                  <a:pt x="766" y="14678"/>
                </a:moveTo>
                <a:lnTo>
                  <a:pt x="148" y="15034"/>
                </a:lnTo>
                <a:cubicBezTo>
                  <a:pt x="76" y="15075"/>
                  <a:pt x="32" y="15130"/>
                  <a:pt x="18" y="15181"/>
                </a:cubicBezTo>
                <a:cubicBezTo>
                  <a:pt x="1" y="15246"/>
                  <a:pt x="25" y="15310"/>
                  <a:pt x="82" y="15365"/>
                </a:cubicBezTo>
                <a:cubicBezTo>
                  <a:pt x="99" y="15378"/>
                  <a:pt x="123" y="15395"/>
                  <a:pt x="148" y="15409"/>
                </a:cubicBezTo>
                <a:lnTo>
                  <a:pt x="1347" y="16102"/>
                </a:lnTo>
                <a:cubicBezTo>
                  <a:pt x="1058" y="15925"/>
                  <a:pt x="813" y="15517"/>
                  <a:pt x="793" y="15184"/>
                </a:cubicBezTo>
                <a:lnTo>
                  <a:pt x="766" y="14678"/>
                </a:lnTo>
                <a:close/>
                <a:moveTo>
                  <a:pt x="31904" y="0"/>
                </a:moveTo>
                <a:cubicBezTo>
                  <a:pt x="31813" y="171"/>
                  <a:pt x="31680" y="320"/>
                  <a:pt x="31531" y="405"/>
                </a:cubicBezTo>
                <a:lnTo>
                  <a:pt x="3384" y="16656"/>
                </a:lnTo>
                <a:cubicBezTo>
                  <a:pt x="3380" y="16656"/>
                  <a:pt x="3380" y="16660"/>
                  <a:pt x="3380" y="16660"/>
                </a:cubicBezTo>
                <a:lnTo>
                  <a:pt x="3377" y="16660"/>
                </a:lnTo>
                <a:cubicBezTo>
                  <a:pt x="3231" y="16744"/>
                  <a:pt x="3037" y="16785"/>
                  <a:pt x="2847" y="16785"/>
                </a:cubicBezTo>
                <a:cubicBezTo>
                  <a:pt x="2660" y="16785"/>
                  <a:pt x="2473" y="16744"/>
                  <a:pt x="2326" y="16666"/>
                </a:cubicBezTo>
                <a:lnTo>
                  <a:pt x="2326" y="16666"/>
                </a:lnTo>
                <a:lnTo>
                  <a:pt x="3534" y="17364"/>
                </a:lnTo>
                <a:cubicBezTo>
                  <a:pt x="3557" y="17377"/>
                  <a:pt x="3588" y="17391"/>
                  <a:pt x="3619" y="17400"/>
                </a:cubicBezTo>
                <a:cubicBezTo>
                  <a:pt x="3625" y="17405"/>
                  <a:pt x="3632" y="17408"/>
                  <a:pt x="3639" y="17408"/>
                </a:cubicBezTo>
                <a:cubicBezTo>
                  <a:pt x="3707" y="17428"/>
                  <a:pt x="3782" y="17438"/>
                  <a:pt x="3853" y="17438"/>
                </a:cubicBezTo>
                <a:cubicBezTo>
                  <a:pt x="3972" y="17438"/>
                  <a:pt x="4088" y="17414"/>
                  <a:pt x="4176" y="17364"/>
                </a:cubicBezTo>
                <a:lnTo>
                  <a:pt x="32755" y="864"/>
                </a:lnTo>
                <a:cubicBezTo>
                  <a:pt x="32932" y="762"/>
                  <a:pt x="32932" y="596"/>
                  <a:pt x="32755" y="490"/>
                </a:cubicBezTo>
                <a:lnTo>
                  <a:pt x="3190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7"/>
          <p:cNvSpPr/>
          <p:nvPr/>
        </p:nvSpPr>
        <p:spPr>
          <a:xfrm flipH="1">
            <a:off x="7927013" y="3159413"/>
            <a:ext cx="14312" cy="3533"/>
          </a:xfrm>
          <a:custGeom>
            <a:rect b="b" l="l" r="r" t="t"/>
            <a:pathLst>
              <a:path extrusionOk="0" h="79" w="320">
                <a:moveTo>
                  <a:pt x="1" y="1"/>
                </a:moveTo>
                <a:lnTo>
                  <a:pt x="1" y="1"/>
                </a:lnTo>
                <a:cubicBezTo>
                  <a:pt x="86" y="51"/>
                  <a:pt x="205" y="78"/>
                  <a:pt x="320" y="78"/>
                </a:cubicBezTo>
                <a:cubicBezTo>
                  <a:pt x="205" y="78"/>
                  <a:pt x="89" y="51"/>
                  <a:pt x="1" y="1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7"/>
          <p:cNvSpPr/>
          <p:nvPr/>
        </p:nvSpPr>
        <p:spPr>
          <a:xfrm flipH="1">
            <a:off x="7927013" y="3005379"/>
            <a:ext cx="180197" cy="157566"/>
          </a:xfrm>
          <a:custGeom>
            <a:rect b="b" l="l" r="r" t="t"/>
            <a:pathLst>
              <a:path extrusionOk="0" h="3523" w="4029">
                <a:moveTo>
                  <a:pt x="258" y="0"/>
                </a:moveTo>
                <a:cubicBezTo>
                  <a:pt x="109" y="119"/>
                  <a:pt x="1" y="333"/>
                  <a:pt x="1" y="514"/>
                </a:cubicBezTo>
                <a:lnTo>
                  <a:pt x="1" y="931"/>
                </a:lnTo>
                <a:cubicBezTo>
                  <a:pt x="1" y="1122"/>
                  <a:pt x="126" y="1350"/>
                  <a:pt x="286" y="1466"/>
                </a:cubicBezTo>
                <a:cubicBezTo>
                  <a:pt x="296" y="1476"/>
                  <a:pt x="310" y="1482"/>
                  <a:pt x="324" y="1489"/>
                </a:cubicBezTo>
                <a:lnTo>
                  <a:pt x="3710" y="3445"/>
                </a:lnTo>
                <a:cubicBezTo>
                  <a:pt x="3798" y="3495"/>
                  <a:pt x="3914" y="3522"/>
                  <a:pt x="4029" y="3522"/>
                </a:cubicBezTo>
                <a:lnTo>
                  <a:pt x="4029" y="2359"/>
                </a:lnTo>
                <a:cubicBezTo>
                  <a:pt x="3958" y="2359"/>
                  <a:pt x="3883" y="2346"/>
                  <a:pt x="3815" y="2326"/>
                </a:cubicBezTo>
                <a:cubicBezTo>
                  <a:pt x="3808" y="2326"/>
                  <a:pt x="3801" y="2323"/>
                  <a:pt x="3795" y="2318"/>
                </a:cubicBezTo>
                <a:cubicBezTo>
                  <a:pt x="3764" y="2309"/>
                  <a:pt x="3737" y="2295"/>
                  <a:pt x="3710" y="2282"/>
                </a:cubicBezTo>
                <a:lnTo>
                  <a:pt x="2489" y="1578"/>
                </a:lnTo>
                <a:cubicBezTo>
                  <a:pt x="2489" y="1578"/>
                  <a:pt x="2486" y="1578"/>
                  <a:pt x="2486" y="1574"/>
                </a:cubicBezTo>
                <a:lnTo>
                  <a:pt x="1543" y="1030"/>
                </a:lnTo>
                <a:lnTo>
                  <a:pt x="1540" y="1030"/>
                </a:lnTo>
                <a:lnTo>
                  <a:pt x="324" y="327"/>
                </a:lnTo>
                <a:cubicBezTo>
                  <a:pt x="299" y="313"/>
                  <a:pt x="279" y="296"/>
                  <a:pt x="258" y="283"/>
                </a:cubicBezTo>
                <a:cubicBezTo>
                  <a:pt x="201" y="228"/>
                  <a:pt x="177" y="164"/>
                  <a:pt x="194" y="99"/>
                </a:cubicBezTo>
                <a:cubicBezTo>
                  <a:pt x="205" y="65"/>
                  <a:pt x="225" y="31"/>
                  <a:pt x="25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7"/>
          <p:cNvSpPr/>
          <p:nvPr/>
        </p:nvSpPr>
        <p:spPr>
          <a:xfrm flipH="1">
            <a:off x="7936539" y="3009807"/>
            <a:ext cx="162799" cy="99603"/>
          </a:xfrm>
          <a:custGeom>
            <a:rect b="b" l="l" r="r" t="t"/>
            <a:pathLst>
              <a:path extrusionOk="0" h="2227" w="3640">
                <a:moveTo>
                  <a:pt x="3619" y="2219"/>
                </a:moveTo>
                <a:cubicBezTo>
                  <a:pt x="3625" y="2224"/>
                  <a:pt x="3632" y="2227"/>
                  <a:pt x="3639" y="2227"/>
                </a:cubicBezTo>
                <a:cubicBezTo>
                  <a:pt x="3632" y="2227"/>
                  <a:pt x="3625" y="2224"/>
                  <a:pt x="3619" y="2219"/>
                </a:cubicBezTo>
                <a:close/>
                <a:moveTo>
                  <a:pt x="18" y="0"/>
                </a:moveTo>
                <a:cubicBezTo>
                  <a:pt x="1" y="65"/>
                  <a:pt x="25" y="129"/>
                  <a:pt x="82" y="184"/>
                </a:cubicBezTo>
                <a:cubicBezTo>
                  <a:pt x="25" y="129"/>
                  <a:pt x="1" y="65"/>
                  <a:pt x="18" y="0"/>
                </a:cubicBezTo>
                <a:close/>
              </a:path>
            </a:pathLst>
          </a:custGeom>
          <a:solidFill>
            <a:srgbClr val="70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7"/>
          <p:cNvSpPr/>
          <p:nvPr/>
        </p:nvSpPr>
        <p:spPr>
          <a:xfrm flipH="1">
            <a:off x="6665813" y="729935"/>
            <a:ext cx="1485809" cy="2351685"/>
          </a:xfrm>
          <a:custGeom>
            <a:rect b="b" l="l" r="r" t="t"/>
            <a:pathLst>
              <a:path extrusionOk="0" h="52581" w="33221">
                <a:moveTo>
                  <a:pt x="29207" y="1"/>
                </a:moveTo>
                <a:cubicBezTo>
                  <a:pt x="29013" y="1"/>
                  <a:pt x="28819" y="44"/>
                  <a:pt x="28671" y="131"/>
                </a:cubicBezTo>
                <a:lnTo>
                  <a:pt x="521" y="16382"/>
                </a:lnTo>
                <a:cubicBezTo>
                  <a:pt x="225" y="16552"/>
                  <a:pt x="1" y="16970"/>
                  <a:pt x="21" y="17310"/>
                </a:cubicBezTo>
                <a:lnTo>
                  <a:pt x="1962" y="50978"/>
                </a:lnTo>
                <a:cubicBezTo>
                  <a:pt x="1982" y="51322"/>
                  <a:pt x="2241" y="51736"/>
                  <a:pt x="2536" y="51906"/>
                </a:cubicBezTo>
                <a:lnTo>
                  <a:pt x="3479" y="52450"/>
                </a:lnTo>
                <a:cubicBezTo>
                  <a:pt x="3627" y="52537"/>
                  <a:pt x="3820" y="52580"/>
                  <a:pt x="4015" y="52580"/>
                </a:cubicBezTo>
                <a:cubicBezTo>
                  <a:pt x="4209" y="52580"/>
                  <a:pt x="4403" y="52537"/>
                  <a:pt x="4553" y="52450"/>
                </a:cubicBezTo>
                <a:lnTo>
                  <a:pt x="32700" y="36199"/>
                </a:lnTo>
                <a:cubicBezTo>
                  <a:pt x="32996" y="36029"/>
                  <a:pt x="33220" y="35611"/>
                  <a:pt x="33203" y="35271"/>
                </a:cubicBezTo>
                <a:lnTo>
                  <a:pt x="31258" y="1603"/>
                </a:lnTo>
                <a:cubicBezTo>
                  <a:pt x="31238" y="1259"/>
                  <a:pt x="30983" y="845"/>
                  <a:pt x="30687" y="675"/>
                </a:cubicBezTo>
                <a:lnTo>
                  <a:pt x="29742" y="131"/>
                </a:lnTo>
                <a:cubicBezTo>
                  <a:pt x="29594" y="44"/>
                  <a:pt x="29400" y="1"/>
                  <a:pt x="29207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7"/>
          <p:cNvSpPr/>
          <p:nvPr/>
        </p:nvSpPr>
        <p:spPr>
          <a:xfrm flipH="1">
            <a:off x="6754189" y="730024"/>
            <a:ext cx="1390769" cy="802724"/>
          </a:xfrm>
          <a:custGeom>
            <a:rect b="b" l="l" r="r" t="t"/>
            <a:pathLst>
              <a:path extrusionOk="0" h="17948" w="31096">
                <a:moveTo>
                  <a:pt x="29060" y="1"/>
                </a:moveTo>
                <a:cubicBezTo>
                  <a:pt x="28866" y="1"/>
                  <a:pt x="28671" y="43"/>
                  <a:pt x="28522" y="129"/>
                </a:cubicBezTo>
                <a:lnTo>
                  <a:pt x="372" y="16380"/>
                </a:lnTo>
                <a:cubicBezTo>
                  <a:pt x="225" y="16468"/>
                  <a:pt x="93" y="16614"/>
                  <a:pt x="1" y="16785"/>
                </a:cubicBezTo>
                <a:lnTo>
                  <a:pt x="2017" y="17947"/>
                </a:lnTo>
                <a:cubicBezTo>
                  <a:pt x="2106" y="17780"/>
                  <a:pt x="2238" y="17631"/>
                  <a:pt x="2387" y="17543"/>
                </a:cubicBezTo>
                <a:lnTo>
                  <a:pt x="30535" y="1291"/>
                </a:lnTo>
                <a:cubicBezTo>
                  <a:pt x="30622" y="1242"/>
                  <a:pt x="30706" y="1219"/>
                  <a:pt x="30781" y="1219"/>
                </a:cubicBezTo>
                <a:cubicBezTo>
                  <a:pt x="30938" y="1219"/>
                  <a:pt x="31057" y="1322"/>
                  <a:pt x="31096" y="1509"/>
                </a:cubicBezTo>
                <a:cubicBezTo>
                  <a:pt x="31045" y="1189"/>
                  <a:pt x="30810" y="833"/>
                  <a:pt x="30542" y="673"/>
                </a:cubicBezTo>
                <a:lnTo>
                  <a:pt x="29593" y="125"/>
                </a:lnTo>
                <a:cubicBezTo>
                  <a:pt x="29446" y="42"/>
                  <a:pt x="29253" y="1"/>
                  <a:pt x="29060" y="1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7"/>
          <p:cNvSpPr/>
          <p:nvPr/>
        </p:nvSpPr>
        <p:spPr>
          <a:xfrm flipH="1">
            <a:off x="6665813" y="784500"/>
            <a:ext cx="1395644" cy="2294616"/>
          </a:xfrm>
          <a:custGeom>
            <a:rect b="b" l="l" r="r" t="t"/>
            <a:pathLst>
              <a:path extrusionOk="0" h="51305" w="31205">
                <a:moveTo>
                  <a:pt x="28915" y="0"/>
                </a:moveTo>
                <a:cubicBezTo>
                  <a:pt x="28840" y="0"/>
                  <a:pt x="28757" y="24"/>
                  <a:pt x="28671" y="73"/>
                </a:cubicBezTo>
                <a:lnTo>
                  <a:pt x="520" y="16325"/>
                </a:lnTo>
                <a:cubicBezTo>
                  <a:pt x="225" y="16494"/>
                  <a:pt x="1" y="16913"/>
                  <a:pt x="21" y="17252"/>
                </a:cubicBezTo>
                <a:lnTo>
                  <a:pt x="1962" y="50921"/>
                </a:lnTo>
                <a:cubicBezTo>
                  <a:pt x="1977" y="51164"/>
                  <a:pt x="2109" y="51305"/>
                  <a:pt x="2291" y="51305"/>
                </a:cubicBezTo>
                <a:cubicBezTo>
                  <a:pt x="2366" y="51305"/>
                  <a:pt x="2449" y="51281"/>
                  <a:pt x="2537" y="51230"/>
                </a:cubicBezTo>
                <a:lnTo>
                  <a:pt x="30684" y="34979"/>
                </a:lnTo>
                <a:cubicBezTo>
                  <a:pt x="30980" y="34809"/>
                  <a:pt x="31204" y="34391"/>
                  <a:pt x="31187" y="34051"/>
                </a:cubicBezTo>
                <a:lnTo>
                  <a:pt x="29242" y="383"/>
                </a:lnTo>
                <a:cubicBezTo>
                  <a:pt x="29228" y="139"/>
                  <a:pt x="29096" y="0"/>
                  <a:pt x="28915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7"/>
          <p:cNvSpPr/>
          <p:nvPr/>
        </p:nvSpPr>
        <p:spPr>
          <a:xfrm flipH="1">
            <a:off x="7115791" y="881375"/>
            <a:ext cx="721056" cy="513667"/>
          </a:xfrm>
          <a:custGeom>
            <a:rect b="b" l="l" r="r" t="t"/>
            <a:pathLst>
              <a:path extrusionOk="0" h="11485" w="16122">
                <a:moveTo>
                  <a:pt x="12092" y="0"/>
                </a:moveTo>
                <a:cubicBezTo>
                  <a:pt x="12010" y="0"/>
                  <a:pt x="11928" y="19"/>
                  <a:pt x="11866" y="56"/>
                </a:cubicBezTo>
                <a:lnTo>
                  <a:pt x="224" y="6774"/>
                </a:lnTo>
                <a:cubicBezTo>
                  <a:pt x="102" y="6849"/>
                  <a:pt x="0" y="7022"/>
                  <a:pt x="0" y="7165"/>
                </a:cubicBezTo>
                <a:lnTo>
                  <a:pt x="3" y="9232"/>
                </a:lnTo>
                <a:lnTo>
                  <a:pt x="1006" y="8651"/>
                </a:lnTo>
                <a:lnTo>
                  <a:pt x="3022" y="9814"/>
                </a:lnTo>
                <a:lnTo>
                  <a:pt x="3022" y="10718"/>
                </a:lnTo>
                <a:cubicBezTo>
                  <a:pt x="3022" y="10861"/>
                  <a:pt x="3124" y="11038"/>
                  <a:pt x="3250" y="11109"/>
                </a:cubicBezTo>
                <a:lnTo>
                  <a:pt x="3805" y="11428"/>
                </a:lnTo>
                <a:cubicBezTo>
                  <a:pt x="3868" y="11466"/>
                  <a:pt x="3949" y="11485"/>
                  <a:pt x="4031" y="11485"/>
                </a:cubicBezTo>
                <a:cubicBezTo>
                  <a:pt x="4112" y="11485"/>
                  <a:pt x="4194" y="11466"/>
                  <a:pt x="4257" y="11428"/>
                </a:cubicBezTo>
                <a:lnTo>
                  <a:pt x="15897" y="4711"/>
                </a:lnTo>
                <a:cubicBezTo>
                  <a:pt x="16024" y="4636"/>
                  <a:pt x="16122" y="4462"/>
                  <a:pt x="16122" y="4319"/>
                </a:cubicBezTo>
                <a:lnTo>
                  <a:pt x="16122" y="2511"/>
                </a:lnTo>
                <a:cubicBezTo>
                  <a:pt x="16122" y="2368"/>
                  <a:pt x="16020" y="2194"/>
                  <a:pt x="15897" y="2120"/>
                </a:cubicBezTo>
                <a:lnTo>
                  <a:pt x="12318" y="56"/>
                </a:lnTo>
                <a:cubicBezTo>
                  <a:pt x="12255" y="19"/>
                  <a:pt x="12173" y="0"/>
                  <a:pt x="1209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7"/>
          <p:cNvSpPr/>
          <p:nvPr/>
        </p:nvSpPr>
        <p:spPr>
          <a:xfrm flipH="1">
            <a:off x="7115791" y="977534"/>
            <a:ext cx="540725" cy="417463"/>
          </a:xfrm>
          <a:custGeom>
            <a:rect b="b" l="l" r="r" t="t"/>
            <a:pathLst>
              <a:path extrusionOk="0" h="9334" w="12090">
                <a:moveTo>
                  <a:pt x="11903" y="0"/>
                </a:moveTo>
                <a:cubicBezTo>
                  <a:pt x="11988" y="68"/>
                  <a:pt x="11975" y="170"/>
                  <a:pt x="11865" y="231"/>
                </a:cubicBezTo>
                <a:lnTo>
                  <a:pt x="225" y="6953"/>
                </a:lnTo>
                <a:cubicBezTo>
                  <a:pt x="164" y="6987"/>
                  <a:pt x="82" y="7008"/>
                  <a:pt x="1" y="7008"/>
                </a:cubicBezTo>
                <a:lnTo>
                  <a:pt x="1" y="9333"/>
                </a:lnTo>
                <a:cubicBezTo>
                  <a:pt x="82" y="9333"/>
                  <a:pt x="160" y="9316"/>
                  <a:pt x="225" y="9282"/>
                </a:cubicBezTo>
                <a:lnTo>
                  <a:pt x="11865" y="2557"/>
                </a:lnTo>
                <a:cubicBezTo>
                  <a:pt x="11988" y="2486"/>
                  <a:pt x="12090" y="2312"/>
                  <a:pt x="12090" y="2169"/>
                </a:cubicBezTo>
                <a:lnTo>
                  <a:pt x="12090" y="361"/>
                </a:lnTo>
                <a:cubicBezTo>
                  <a:pt x="12090" y="235"/>
                  <a:pt x="12012" y="82"/>
                  <a:pt x="119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7"/>
          <p:cNvSpPr/>
          <p:nvPr/>
        </p:nvSpPr>
        <p:spPr>
          <a:xfrm flipH="1">
            <a:off x="7120353" y="881375"/>
            <a:ext cx="711933" cy="409547"/>
          </a:xfrm>
          <a:custGeom>
            <a:rect b="b" l="l" r="r" t="t"/>
            <a:pathLst>
              <a:path extrusionOk="0" h="9157" w="15918">
                <a:moveTo>
                  <a:pt x="11990" y="0"/>
                </a:moveTo>
                <a:cubicBezTo>
                  <a:pt x="11908" y="0"/>
                  <a:pt x="11826" y="19"/>
                  <a:pt x="11764" y="56"/>
                </a:cubicBezTo>
                <a:lnTo>
                  <a:pt x="122" y="6774"/>
                </a:lnTo>
                <a:cubicBezTo>
                  <a:pt x="0" y="6849"/>
                  <a:pt x="0" y="6964"/>
                  <a:pt x="122" y="7036"/>
                </a:cubicBezTo>
                <a:lnTo>
                  <a:pt x="3703" y="9103"/>
                </a:lnTo>
                <a:cubicBezTo>
                  <a:pt x="3766" y="9138"/>
                  <a:pt x="3847" y="9156"/>
                  <a:pt x="3929" y="9156"/>
                </a:cubicBezTo>
                <a:cubicBezTo>
                  <a:pt x="4010" y="9156"/>
                  <a:pt x="4092" y="9138"/>
                  <a:pt x="4155" y="9103"/>
                </a:cubicBezTo>
                <a:lnTo>
                  <a:pt x="15795" y="2381"/>
                </a:lnTo>
                <a:cubicBezTo>
                  <a:pt x="15918" y="2310"/>
                  <a:pt x="15918" y="2194"/>
                  <a:pt x="15795" y="2120"/>
                </a:cubicBezTo>
                <a:lnTo>
                  <a:pt x="12216" y="56"/>
                </a:lnTo>
                <a:cubicBezTo>
                  <a:pt x="12153" y="19"/>
                  <a:pt x="12071" y="0"/>
                  <a:pt x="1199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7"/>
          <p:cNvSpPr/>
          <p:nvPr/>
        </p:nvSpPr>
        <p:spPr>
          <a:xfrm flipH="1">
            <a:off x="7557495" y="1530652"/>
            <a:ext cx="355877" cy="436784"/>
          </a:xfrm>
          <a:custGeom>
            <a:rect b="b" l="l" r="r" t="t"/>
            <a:pathLst>
              <a:path extrusionOk="0" h="9766" w="7957">
                <a:moveTo>
                  <a:pt x="5495" y="1"/>
                </a:moveTo>
                <a:cubicBezTo>
                  <a:pt x="4955" y="1"/>
                  <a:pt x="4354" y="172"/>
                  <a:pt x="3727" y="532"/>
                </a:cubicBezTo>
                <a:cubicBezTo>
                  <a:pt x="1609" y="1756"/>
                  <a:pt x="1" y="4697"/>
                  <a:pt x="140" y="7097"/>
                </a:cubicBezTo>
                <a:cubicBezTo>
                  <a:pt x="239" y="8791"/>
                  <a:pt x="1176" y="9765"/>
                  <a:pt x="2463" y="9765"/>
                </a:cubicBezTo>
                <a:cubicBezTo>
                  <a:pt x="3003" y="9765"/>
                  <a:pt x="3604" y="9594"/>
                  <a:pt x="4231" y="9232"/>
                </a:cubicBezTo>
                <a:cubicBezTo>
                  <a:pt x="6348" y="8008"/>
                  <a:pt x="7956" y="5068"/>
                  <a:pt x="7817" y="2667"/>
                </a:cubicBezTo>
                <a:cubicBezTo>
                  <a:pt x="7719" y="973"/>
                  <a:pt x="6782" y="1"/>
                  <a:pt x="549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7"/>
          <p:cNvSpPr/>
          <p:nvPr/>
        </p:nvSpPr>
        <p:spPr>
          <a:xfrm flipH="1">
            <a:off x="7625432" y="1530697"/>
            <a:ext cx="121249" cy="218437"/>
          </a:xfrm>
          <a:custGeom>
            <a:rect b="b" l="l" r="r" t="t"/>
            <a:pathLst>
              <a:path extrusionOk="0" h="4884" w="2711">
                <a:moveTo>
                  <a:pt x="1768" y="0"/>
                </a:moveTo>
                <a:cubicBezTo>
                  <a:pt x="1227" y="0"/>
                  <a:pt x="626" y="171"/>
                  <a:pt x="0" y="535"/>
                </a:cubicBezTo>
                <a:lnTo>
                  <a:pt x="252" y="4883"/>
                </a:lnTo>
                <a:lnTo>
                  <a:pt x="2710" y="204"/>
                </a:lnTo>
                <a:cubicBezTo>
                  <a:pt x="2428" y="69"/>
                  <a:pt x="2108" y="0"/>
                  <a:pt x="1768" y="0"/>
                </a:cubicBez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7"/>
          <p:cNvSpPr/>
          <p:nvPr/>
        </p:nvSpPr>
        <p:spPr>
          <a:xfrm flipH="1">
            <a:off x="7561342" y="1561736"/>
            <a:ext cx="34662" cy="222328"/>
          </a:xfrm>
          <a:custGeom>
            <a:rect b="b" l="l" r="r" t="t"/>
            <a:pathLst>
              <a:path extrusionOk="0" h="4971" w="775">
                <a:moveTo>
                  <a:pt x="0" y="0"/>
                </a:moveTo>
                <a:lnTo>
                  <a:pt x="0" y="0"/>
                </a:lnTo>
                <a:cubicBezTo>
                  <a:pt x="412" y="456"/>
                  <a:pt x="674" y="1122"/>
                  <a:pt x="721" y="1972"/>
                </a:cubicBezTo>
                <a:cubicBezTo>
                  <a:pt x="674" y="1122"/>
                  <a:pt x="412" y="453"/>
                  <a:pt x="0" y="0"/>
                </a:cubicBezTo>
                <a:close/>
                <a:moveTo>
                  <a:pt x="721" y="1976"/>
                </a:moveTo>
                <a:cubicBezTo>
                  <a:pt x="775" y="2937"/>
                  <a:pt x="551" y="3983"/>
                  <a:pt x="129" y="4971"/>
                </a:cubicBezTo>
                <a:cubicBezTo>
                  <a:pt x="554" y="3983"/>
                  <a:pt x="775" y="2937"/>
                  <a:pt x="721" y="1976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7"/>
          <p:cNvSpPr/>
          <p:nvPr/>
        </p:nvSpPr>
        <p:spPr>
          <a:xfrm flipH="1">
            <a:off x="7561297" y="1539821"/>
            <a:ext cx="174159" cy="244243"/>
          </a:xfrm>
          <a:custGeom>
            <a:rect b="b" l="l" r="r" t="t"/>
            <a:pathLst>
              <a:path extrusionOk="0" h="5461" w="3894">
                <a:moveTo>
                  <a:pt x="2459" y="0"/>
                </a:moveTo>
                <a:lnTo>
                  <a:pt x="1" y="4679"/>
                </a:lnTo>
                <a:lnTo>
                  <a:pt x="3247" y="5461"/>
                </a:lnTo>
                <a:cubicBezTo>
                  <a:pt x="3669" y="4472"/>
                  <a:pt x="3894" y="3424"/>
                  <a:pt x="3839" y="2462"/>
                </a:cubicBezTo>
                <a:cubicBezTo>
                  <a:pt x="3792" y="1612"/>
                  <a:pt x="3530" y="946"/>
                  <a:pt x="3118" y="490"/>
                </a:cubicBezTo>
                <a:cubicBezTo>
                  <a:pt x="2932" y="280"/>
                  <a:pt x="2707" y="116"/>
                  <a:pt x="245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7"/>
          <p:cNvSpPr/>
          <p:nvPr/>
        </p:nvSpPr>
        <p:spPr>
          <a:xfrm flipH="1">
            <a:off x="6865197" y="1157598"/>
            <a:ext cx="613538" cy="390628"/>
          </a:xfrm>
          <a:custGeom>
            <a:rect b="b" l="l" r="r" t="t"/>
            <a:pathLst>
              <a:path extrusionOk="0" h="8734" w="13718">
                <a:moveTo>
                  <a:pt x="13487" y="0"/>
                </a:moveTo>
                <a:cubicBezTo>
                  <a:pt x="13442" y="0"/>
                  <a:pt x="13392" y="15"/>
                  <a:pt x="13341" y="44"/>
                </a:cubicBezTo>
                <a:lnTo>
                  <a:pt x="313" y="7564"/>
                </a:lnTo>
                <a:cubicBezTo>
                  <a:pt x="135" y="7666"/>
                  <a:pt x="0" y="7914"/>
                  <a:pt x="13" y="8122"/>
                </a:cubicBezTo>
                <a:lnTo>
                  <a:pt x="33" y="8502"/>
                </a:lnTo>
                <a:cubicBezTo>
                  <a:pt x="41" y="8649"/>
                  <a:pt x="120" y="8733"/>
                  <a:pt x="229" y="8733"/>
                </a:cubicBezTo>
                <a:cubicBezTo>
                  <a:pt x="274" y="8733"/>
                  <a:pt x="324" y="8719"/>
                  <a:pt x="377" y="8689"/>
                </a:cubicBezTo>
                <a:cubicBezTo>
                  <a:pt x="2233" y="7619"/>
                  <a:pt x="11546" y="2243"/>
                  <a:pt x="13402" y="1169"/>
                </a:cubicBezTo>
                <a:cubicBezTo>
                  <a:pt x="13582" y="1067"/>
                  <a:pt x="13718" y="819"/>
                  <a:pt x="13704" y="611"/>
                </a:cubicBezTo>
                <a:lnTo>
                  <a:pt x="13684" y="231"/>
                </a:lnTo>
                <a:cubicBezTo>
                  <a:pt x="13677" y="84"/>
                  <a:pt x="13596" y="0"/>
                  <a:pt x="134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7"/>
          <p:cNvSpPr/>
          <p:nvPr/>
        </p:nvSpPr>
        <p:spPr>
          <a:xfrm flipH="1">
            <a:off x="7430074" y="1610889"/>
            <a:ext cx="41728" cy="64717"/>
          </a:xfrm>
          <a:custGeom>
            <a:rect b="b" l="l" r="r" t="t"/>
            <a:pathLst>
              <a:path extrusionOk="0" h="1447" w="933">
                <a:moveTo>
                  <a:pt x="758" y="1"/>
                </a:moveTo>
                <a:cubicBezTo>
                  <a:pt x="729" y="1"/>
                  <a:pt x="695" y="10"/>
                  <a:pt x="661" y="30"/>
                </a:cubicBezTo>
                <a:lnTo>
                  <a:pt x="208" y="292"/>
                </a:lnTo>
                <a:cubicBezTo>
                  <a:pt x="90" y="360"/>
                  <a:pt x="1" y="526"/>
                  <a:pt x="8" y="663"/>
                </a:cubicBezTo>
                <a:lnTo>
                  <a:pt x="42" y="1295"/>
                </a:lnTo>
                <a:cubicBezTo>
                  <a:pt x="47" y="1391"/>
                  <a:pt x="100" y="1446"/>
                  <a:pt x="172" y="1446"/>
                </a:cubicBezTo>
                <a:cubicBezTo>
                  <a:pt x="202" y="1446"/>
                  <a:pt x="235" y="1437"/>
                  <a:pt x="269" y="1417"/>
                </a:cubicBezTo>
                <a:lnTo>
                  <a:pt x="725" y="1156"/>
                </a:lnTo>
                <a:cubicBezTo>
                  <a:pt x="845" y="1088"/>
                  <a:pt x="933" y="921"/>
                  <a:pt x="926" y="785"/>
                </a:cubicBezTo>
                <a:lnTo>
                  <a:pt x="889" y="156"/>
                </a:lnTo>
                <a:cubicBezTo>
                  <a:pt x="883" y="57"/>
                  <a:pt x="831" y="1"/>
                  <a:pt x="75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7"/>
          <p:cNvSpPr/>
          <p:nvPr/>
        </p:nvSpPr>
        <p:spPr>
          <a:xfrm flipH="1">
            <a:off x="6858175" y="1282874"/>
            <a:ext cx="527844" cy="341162"/>
          </a:xfrm>
          <a:custGeom>
            <a:rect b="b" l="l" r="r" t="t"/>
            <a:pathLst>
              <a:path extrusionOk="0" h="7628" w="11802">
                <a:moveTo>
                  <a:pt x="11569" y="1"/>
                </a:moveTo>
                <a:cubicBezTo>
                  <a:pt x="11525" y="1"/>
                  <a:pt x="11475" y="15"/>
                  <a:pt x="11424" y="44"/>
                </a:cubicBezTo>
                <a:lnTo>
                  <a:pt x="314" y="6456"/>
                </a:lnTo>
                <a:cubicBezTo>
                  <a:pt x="137" y="6558"/>
                  <a:pt x="0" y="6810"/>
                  <a:pt x="11" y="7014"/>
                </a:cubicBezTo>
                <a:lnTo>
                  <a:pt x="31" y="7398"/>
                </a:lnTo>
                <a:cubicBezTo>
                  <a:pt x="41" y="7542"/>
                  <a:pt x="120" y="7627"/>
                  <a:pt x="228" y="7627"/>
                </a:cubicBezTo>
                <a:cubicBezTo>
                  <a:pt x="273" y="7627"/>
                  <a:pt x="323" y="7612"/>
                  <a:pt x="375" y="7581"/>
                </a:cubicBezTo>
                <a:lnTo>
                  <a:pt x="11488" y="1170"/>
                </a:lnTo>
                <a:cubicBezTo>
                  <a:pt x="11665" y="1068"/>
                  <a:pt x="11801" y="820"/>
                  <a:pt x="11788" y="612"/>
                </a:cubicBezTo>
                <a:lnTo>
                  <a:pt x="11767" y="231"/>
                </a:lnTo>
                <a:cubicBezTo>
                  <a:pt x="11757" y="84"/>
                  <a:pt x="11678" y="1"/>
                  <a:pt x="115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7"/>
          <p:cNvSpPr/>
          <p:nvPr/>
        </p:nvSpPr>
        <p:spPr>
          <a:xfrm flipH="1">
            <a:off x="7424438" y="1737283"/>
            <a:ext cx="41728" cy="64672"/>
          </a:xfrm>
          <a:custGeom>
            <a:rect b="b" l="l" r="r" t="t"/>
            <a:pathLst>
              <a:path extrusionOk="0" h="1446" w="933">
                <a:moveTo>
                  <a:pt x="758" y="0"/>
                </a:moveTo>
                <a:cubicBezTo>
                  <a:pt x="728" y="0"/>
                  <a:pt x="695" y="10"/>
                  <a:pt x="661" y="29"/>
                </a:cubicBezTo>
                <a:lnTo>
                  <a:pt x="209" y="291"/>
                </a:lnTo>
                <a:cubicBezTo>
                  <a:pt x="89" y="359"/>
                  <a:pt x="1" y="526"/>
                  <a:pt x="8" y="662"/>
                </a:cubicBezTo>
                <a:lnTo>
                  <a:pt x="41" y="1294"/>
                </a:lnTo>
                <a:cubicBezTo>
                  <a:pt x="47" y="1390"/>
                  <a:pt x="101" y="1446"/>
                  <a:pt x="173" y="1446"/>
                </a:cubicBezTo>
                <a:cubicBezTo>
                  <a:pt x="203" y="1446"/>
                  <a:pt x="236" y="1436"/>
                  <a:pt x="270" y="1416"/>
                </a:cubicBezTo>
                <a:lnTo>
                  <a:pt x="722" y="1158"/>
                </a:lnTo>
                <a:cubicBezTo>
                  <a:pt x="841" y="1087"/>
                  <a:pt x="932" y="920"/>
                  <a:pt x="923" y="784"/>
                </a:cubicBezTo>
                <a:lnTo>
                  <a:pt x="888" y="155"/>
                </a:lnTo>
                <a:cubicBezTo>
                  <a:pt x="884" y="56"/>
                  <a:pt x="831" y="0"/>
                  <a:pt x="758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7"/>
          <p:cNvSpPr/>
          <p:nvPr/>
        </p:nvSpPr>
        <p:spPr>
          <a:xfrm flipH="1">
            <a:off x="7424886" y="1737372"/>
            <a:ext cx="40968" cy="64672"/>
          </a:xfrm>
          <a:custGeom>
            <a:rect b="b" l="l" r="r" t="t"/>
            <a:pathLst>
              <a:path extrusionOk="0" h="1446" w="916">
                <a:moveTo>
                  <a:pt x="752" y="0"/>
                </a:moveTo>
                <a:cubicBezTo>
                  <a:pt x="721" y="0"/>
                  <a:pt x="687" y="7"/>
                  <a:pt x="654" y="27"/>
                </a:cubicBezTo>
                <a:lnTo>
                  <a:pt x="202" y="289"/>
                </a:lnTo>
                <a:cubicBezTo>
                  <a:pt x="89" y="354"/>
                  <a:pt x="1" y="510"/>
                  <a:pt x="1" y="646"/>
                </a:cubicBezTo>
                <a:lnTo>
                  <a:pt x="1" y="660"/>
                </a:lnTo>
                <a:lnTo>
                  <a:pt x="34" y="1292"/>
                </a:lnTo>
                <a:cubicBezTo>
                  <a:pt x="42" y="1387"/>
                  <a:pt x="92" y="1445"/>
                  <a:pt x="167" y="1445"/>
                </a:cubicBezTo>
                <a:cubicBezTo>
                  <a:pt x="198" y="1445"/>
                  <a:pt x="229" y="1435"/>
                  <a:pt x="263" y="1414"/>
                </a:cubicBezTo>
                <a:lnTo>
                  <a:pt x="715" y="1156"/>
                </a:lnTo>
                <a:cubicBezTo>
                  <a:pt x="830" y="1088"/>
                  <a:pt x="916" y="932"/>
                  <a:pt x="916" y="799"/>
                </a:cubicBezTo>
                <a:lnTo>
                  <a:pt x="916" y="782"/>
                </a:lnTo>
                <a:lnTo>
                  <a:pt x="881" y="153"/>
                </a:lnTo>
                <a:cubicBezTo>
                  <a:pt x="878" y="55"/>
                  <a:pt x="823" y="0"/>
                  <a:pt x="75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47"/>
          <p:cNvSpPr/>
          <p:nvPr/>
        </p:nvSpPr>
        <p:spPr>
          <a:xfrm flipH="1">
            <a:off x="6852540" y="1409267"/>
            <a:ext cx="528023" cy="341207"/>
          </a:xfrm>
          <a:custGeom>
            <a:rect b="b" l="l" r="r" t="t"/>
            <a:pathLst>
              <a:path extrusionOk="0" h="7629" w="11806">
                <a:moveTo>
                  <a:pt x="11575" y="0"/>
                </a:moveTo>
                <a:cubicBezTo>
                  <a:pt x="11531" y="0"/>
                  <a:pt x="11482" y="14"/>
                  <a:pt x="11431" y="43"/>
                </a:cubicBezTo>
                <a:lnTo>
                  <a:pt x="314" y="6459"/>
                </a:lnTo>
                <a:cubicBezTo>
                  <a:pt x="137" y="6561"/>
                  <a:pt x="1" y="6812"/>
                  <a:pt x="15" y="7016"/>
                </a:cubicBezTo>
                <a:lnTo>
                  <a:pt x="35" y="7401"/>
                </a:lnTo>
                <a:cubicBezTo>
                  <a:pt x="42" y="7545"/>
                  <a:pt x="121" y="7628"/>
                  <a:pt x="230" y="7628"/>
                </a:cubicBezTo>
                <a:cubicBezTo>
                  <a:pt x="276" y="7628"/>
                  <a:pt x="326" y="7614"/>
                  <a:pt x="379" y="7584"/>
                </a:cubicBezTo>
                <a:lnTo>
                  <a:pt x="11493" y="1173"/>
                </a:lnTo>
                <a:cubicBezTo>
                  <a:pt x="11669" y="1067"/>
                  <a:pt x="11805" y="818"/>
                  <a:pt x="11795" y="614"/>
                </a:cubicBezTo>
                <a:lnTo>
                  <a:pt x="11771" y="231"/>
                </a:lnTo>
                <a:cubicBezTo>
                  <a:pt x="11764" y="85"/>
                  <a:pt x="11684" y="0"/>
                  <a:pt x="115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7"/>
          <p:cNvSpPr/>
          <p:nvPr/>
        </p:nvSpPr>
        <p:spPr>
          <a:xfrm flipH="1">
            <a:off x="7418848" y="1864795"/>
            <a:ext cx="41863" cy="64583"/>
          </a:xfrm>
          <a:custGeom>
            <a:rect b="b" l="l" r="r" t="t"/>
            <a:pathLst>
              <a:path extrusionOk="0" h="1444" w="936">
                <a:moveTo>
                  <a:pt x="760" y="0"/>
                </a:moveTo>
                <a:cubicBezTo>
                  <a:pt x="729" y="0"/>
                  <a:pt x="696" y="10"/>
                  <a:pt x="661" y="31"/>
                </a:cubicBezTo>
                <a:lnTo>
                  <a:pt x="209" y="293"/>
                </a:lnTo>
                <a:cubicBezTo>
                  <a:pt x="90" y="360"/>
                  <a:pt x="1" y="527"/>
                  <a:pt x="8" y="663"/>
                </a:cubicBezTo>
                <a:lnTo>
                  <a:pt x="42" y="1292"/>
                </a:lnTo>
                <a:cubicBezTo>
                  <a:pt x="47" y="1389"/>
                  <a:pt x="100" y="1444"/>
                  <a:pt x="172" y="1444"/>
                </a:cubicBezTo>
                <a:cubicBezTo>
                  <a:pt x="202" y="1444"/>
                  <a:pt x="235" y="1434"/>
                  <a:pt x="270" y="1415"/>
                </a:cubicBezTo>
                <a:lnTo>
                  <a:pt x="725" y="1153"/>
                </a:lnTo>
                <a:cubicBezTo>
                  <a:pt x="845" y="1085"/>
                  <a:pt x="936" y="918"/>
                  <a:pt x="926" y="782"/>
                </a:cubicBezTo>
                <a:lnTo>
                  <a:pt x="892" y="153"/>
                </a:lnTo>
                <a:cubicBezTo>
                  <a:pt x="885" y="57"/>
                  <a:pt x="832" y="0"/>
                  <a:pt x="760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7"/>
          <p:cNvSpPr/>
          <p:nvPr/>
        </p:nvSpPr>
        <p:spPr>
          <a:xfrm flipH="1">
            <a:off x="7419116" y="1864795"/>
            <a:ext cx="41236" cy="64628"/>
          </a:xfrm>
          <a:custGeom>
            <a:rect b="b" l="l" r="r" t="t"/>
            <a:pathLst>
              <a:path extrusionOk="0" h="1445" w="922">
                <a:moveTo>
                  <a:pt x="752" y="1"/>
                </a:moveTo>
                <a:cubicBezTo>
                  <a:pt x="721" y="1"/>
                  <a:pt x="691" y="10"/>
                  <a:pt x="653" y="31"/>
                </a:cubicBezTo>
                <a:lnTo>
                  <a:pt x="201" y="293"/>
                </a:lnTo>
                <a:cubicBezTo>
                  <a:pt x="85" y="357"/>
                  <a:pt x="0" y="514"/>
                  <a:pt x="0" y="646"/>
                </a:cubicBezTo>
                <a:lnTo>
                  <a:pt x="0" y="663"/>
                </a:lnTo>
                <a:lnTo>
                  <a:pt x="34" y="1292"/>
                </a:lnTo>
                <a:cubicBezTo>
                  <a:pt x="41" y="1388"/>
                  <a:pt x="92" y="1445"/>
                  <a:pt x="167" y="1445"/>
                </a:cubicBezTo>
                <a:cubicBezTo>
                  <a:pt x="194" y="1445"/>
                  <a:pt x="228" y="1435"/>
                  <a:pt x="262" y="1415"/>
                </a:cubicBezTo>
                <a:lnTo>
                  <a:pt x="717" y="1153"/>
                </a:lnTo>
                <a:cubicBezTo>
                  <a:pt x="833" y="1088"/>
                  <a:pt x="921" y="932"/>
                  <a:pt x="918" y="796"/>
                </a:cubicBezTo>
                <a:lnTo>
                  <a:pt x="918" y="782"/>
                </a:lnTo>
                <a:lnTo>
                  <a:pt x="884" y="153"/>
                </a:lnTo>
                <a:cubicBezTo>
                  <a:pt x="877" y="54"/>
                  <a:pt x="823" y="1"/>
                  <a:pt x="75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7"/>
          <p:cNvSpPr/>
          <p:nvPr/>
        </p:nvSpPr>
        <p:spPr>
          <a:xfrm flipH="1">
            <a:off x="6847083" y="1536690"/>
            <a:ext cx="527844" cy="341162"/>
          </a:xfrm>
          <a:custGeom>
            <a:rect b="b" l="l" r="r" t="t"/>
            <a:pathLst>
              <a:path extrusionOk="0" h="7628" w="11802">
                <a:moveTo>
                  <a:pt x="11570" y="0"/>
                </a:moveTo>
                <a:cubicBezTo>
                  <a:pt x="11525" y="0"/>
                  <a:pt x="11476" y="14"/>
                  <a:pt x="11424" y="44"/>
                </a:cubicBezTo>
                <a:lnTo>
                  <a:pt x="314" y="6459"/>
                </a:lnTo>
                <a:cubicBezTo>
                  <a:pt x="137" y="6561"/>
                  <a:pt x="0" y="6813"/>
                  <a:pt x="11" y="7017"/>
                </a:cubicBezTo>
                <a:lnTo>
                  <a:pt x="31" y="7398"/>
                </a:lnTo>
                <a:cubicBezTo>
                  <a:pt x="41" y="7543"/>
                  <a:pt x="121" y="7628"/>
                  <a:pt x="231" y="7628"/>
                </a:cubicBezTo>
                <a:cubicBezTo>
                  <a:pt x="275" y="7628"/>
                  <a:pt x="324" y="7614"/>
                  <a:pt x="375" y="7585"/>
                </a:cubicBezTo>
                <a:lnTo>
                  <a:pt x="11489" y="1172"/>
                </a:lnTo>
                <a:cubicBezTo>
                  <a:pt x="11665" y="1067"/>
                  <a:pt x="11802" y="819"/>
                  <a:pt x="11788" y="615"/>
                </a:cubicBezTo>
                <a:lnTo>
                  <a:pt x="11767" y="230"/>
                </a:lnTo>
                <a:cubicBezTo>
                  <a:pt x="11760" y="85"/>
                  <a:pt x="11680" y="0"/>
                  <a:pt x="115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7"/>
          <p:cNvSpPr/>
          <p:nvPr/>
        </p:nvSpPr>
        <p:spPr>
          <a:xfrm flipH="1">
            <a:off x="7574983" y="1947044"/>
            <a:ext cx="273270" cy="217095"/>
          </a:xfrm>
          <a:custGeom>
            <a:rect b="b" l="l" r="r" t="t"/>
            <a:pathLst>
              <a:path extrusionOk="0" h="4854" w="6110">
                <a:moveTo>
                  <a:pt x="5850" y="1"/>
                </a:moveTo>
                <a:cubicBezTo>
                  <a:pt x="5806" y="1"/>
                  <a:pt x="5756" y="15"/>
                  <a:pt x="5705" y="45"/>
                </a:cubicBezTo>
                <a:lnTo>
                  <a:pt x="313" y="3163"/>
                </a:lnTo>
                <a:cubicBezTo>
                  <a:pt x="136" y="3268"/>
                  <a:pt x="1" y="3516"/>
                  <a:pt x="14" y="3720"/>
                </a:cubicBezTo>
                <a:lnTo>
                  <a:pt x="65" y="4624"/>
                </a:lnTo>
                <a:cubicBezTo>
                  <a:pt x="74" y="4768"/>
                  <a:pt x="154" y="4853"/>
                  <a:pt x="262" y="4853"/>
                </a:cubicBezTo>
                <a:cubicBezTo>
                  <a:pt x="307" y="4853"/>
                  <a:pt x="357" y="4839"/>
                  <a:pt x="408" y="4807"/>
                </a:cubicBezTo>
                <a:lnTo>
                  <a:pt x="5800" y="1691"/>
                </a:lnTo>
                <a:cubicBezTo>
                  <a:pt x="5977" y="1589"/>
                  <a:pt x="6110" y="1336"/>
                  <a:pt x="6100" y="1132"/>
                </a:cubicBezTo>
                <a:lnTo>
                  <a:pt x="6048" y="232"/>
                </a:lnTo>
                <a:cubicBezTo>
                  <a:pt x="6039" y="85"/>
                  <a:pt x="5959" y="1"/>
                  <a:pt x="58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7"/>
          <p:cNvSpPr/>
          <p:nvPr/>
        </p:nvSpPr>
        <p:spPr>
          <a:xfrm flipH="1">
            <a:off x="7513396" y="2208151"/>
            <a:ext cx="385038" cy="258779"/>
          </a:xfrm>
          <a:custGeom>
            <a:rect b="b" l="l" r="r" t="t"/>
            <a:pathLst>
              <a:path extrusionOk="0" h="5786" w="8609">
                <a:moveTo>
                  <a:pt x="8375" y="1"/>
                </a:moveTo>
                <a:cubicBezTo>
                  <a:pt x="8331" y="1"/>
                  <a:pt x="8282" y="15"/>
                  <a:pt x="8231" y="44"/>
                </a:cubicBezTo>
                <a:lnTo>
                  <a:pt x="313" y="4617"/>
                </a:lnTo>
                <a:cubicBezTo>
                  <a:pt x="136" y="4719"/>
                  <a:pt x="1" y="4971"/>
                  <a:pt x="14" y="5175"/>
                </a:cubicBezTo>
                <a:lnTo>
                  <a:pt x="34" y="5558"/>
                </a:lnTo>
                <a:cubicBezTo>
                  <a:pt x="44" y="5703"/>
                  <a:pt x="123" y="5786"/>
                  <a:pt x="232" y="5786"/>
                </a:cubicBezTo>
                <a:cubicBezTo>
                  <a:pt x="276" y="5786"/>
                  <a:pt x="326" y="5772"/>
                  <a:pt x="378" y="5742"/>
                </a:cubicBezTo>
                <a:lnTo>
                  <a:pt x="8296" y="1173"/>
                </a:lnTo>
                <a:cubicBezTo>
                  <a:pt x="8473" y="1067"/>
                  <a:pt x="8609" y="819"/>
                  <a:pt x="8595" y="615"/>
                </a:cubicBezTo>
                <a:lnTo>
                  <a:pt x="8575" y="231"/>
                </a:lnTo>
                <a:cubicBezTo>
                  <a:pt x="8565" y="86"/>
                  <a:pt x="8485" y="1"/>
                  <a:pt x="83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7"/>
          <p:cNvSpPr/>
          <p:nvPr/>
        </p:nvSpPr>
        <p:spPr>
          <a:xfrm flipH="1">
            <a:off x="7505659" y="2342416"/>
            <a:ext cx="385038" cy="258779"/>
          </a:xfrm>
          <a:custGeom>
            <a:rect b="b" l="l" r="r" t="t"/>
            <a:pathLst>
              <a:path extrusionOk="0" h="5786" w="8609">
                <a:moveTo>
                  <a:pt x="8378" y="0"/>
                </a:moveTo>
                <a:cubicBezTo>
                  <a:pt x="8333" y="0"/>
                  <a:pt x="8283" y="14"/>
                  <a:pt x="8232" y="44"/>
                </a:cubicBezTo>
                <a:lnTo>
                  <a:pt x="313" y="4621"/>
                </a:lnTo>
                <a:cubicBezTo>
                  <a:pt x="137" y="4723"/>
                  <a:pt x="1" y="4971"/>
                  <a:pt x="14" y="5178"/>
                </a:cubicBezTo>
                <a:lnTo>
                  <a:pt x="35" y="5555"/>
                </a:lnTo>
                <a:cubicBezTo>
                  <a:pt x="44" y="5700"/>
                  <a:pt x="125" y="5786"/>
                  <a:pt x="235" y="5786"/>
                </a:cubicBezTo>
                <a:cubicBezTo>
                  <a:pt x="279" y="5786"/>
                  <a:pt x="328" y="5772"/>
                  <a:pt x="378" y="5743"/>
                </a:cubicBezTo>
                <a:lnTo>
                  <a:pt x="8296" y="1169"/>
                </a:lnTo>
                <a:cubicBezTo>
                  <a:pt x="8477" y="1067"/>
                  <a:pt x="8609" y="816"/>
                  <a:pt x="8599" y="612"/>
                </a:cubicBezTo>
                <a:lnTo>
                  <a:pt x="8575" y="228"/>
                </a:lnTo>
                <a:cubicBezTo>
                  <a:pt x="8568" y="83"/>
                  <a:pt x="8487" y="0"/>
                  <a:pt x="837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7"/>
          <p:cNvSpPr/>
          <p:nvPr/>
        </p:nvSpPr>
        <p:spPr>
          <a:xfrm flipH="1">
            <a:off x="7497877" y="2476547"/>
            <a:ext cx="384903" cy="258824"/>
          </a:xfrm>
          <a:custGeom>
            <a:rect b="b" l="l" r="r" t="t"/>
            <a:pathLst>
              <a:path extrusionOk="0" h="5787" w="8606">
                <a:moveTo>
                  <a:pt x="8374" y="0"/>
                </a:moveTo>
                <a:cubicBezTo>
                  <a:pt x="8329" y="0"/>
                  <a:pt x="8280" y="14"/>
                  <a:pt x="8228" y="44"/>
                </a:cubicBezTo>
                <a:lnTo>
                  <a:pt x="313" y="4624"/>
                </a:lnTo>
                <a:cubicBezTo>
                  <a:pt x="133" y="4729"/>
                  <a:pt x="1" y="4977"/>
                  <a:pt x="10" y="5184"/>
                </a:cubicBezTo>
                <a:lnTo>
                  <a:pt x="31" y="5559"/>
                </a:lnTo>
                <a:cubicBezTo>
                  <a:pt x="41" y="5703"/>
                  <a:pt x="120" y="5786"/>
                  <a:pt x="229" y="5786"/>
                </a:cubicBezTo>
                <a:cubicBezTo>
                  <a:pt x="275" y="5786"/>
                  <a:pt x="325" y="5772"/>
                  <a:pt x="378" y="5742"/>
                </a:cubicBezTo>
                <a:lnTo>
                  <a:pt x="8292" y="1173"/>
                </a:lnTo>
                <a:cubicBezTo>
                  <a:pt x="8473" y="1067"/>
                  <a:pt x="8606" y="819"/>
                  <a:pt x="8595" y="615"/>
                </a:cubicBezTo>
                <a:lnTo>
                  <a:pt x="8571" y="230"/>
                </a:lnTo>
                <a:cubicBezTo>
                  <a:pt x="8564" y="85"/>
                  <a:pt x="8484" y="0"/>
                  <a:pt x="837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7"/>
          <p:cNvSpPr/>
          <p:nvPr/>
        </p:nvSpPr>
        <p:spPr>
          <a:xfrm flipH="1">
            <a:off x="7490005" y="2610768"/>
            <a:ext cx="385038" cy="258824"/>
          </a:xfrm>
          <a:custGeom>
            <a:rect b="b" l="l" r="r" t="t"/>
            <a:pathLst>
              <a:path extrusionOk="0" h="5787" w="8609">
                <a:moveTo>
                  <a:pt x="8378" y="1"/>
                </a:moveTo>
                <a:cubicBezTo>
                  <a:pt x="8333" y="1"/>
                  <a:pt x="8283" y="15"/>
                  <a:pt x="8232" y="45"/>
                </a:cubicBezTo>
                <a:lnTo>
                  <a:pt x="314" y="4628"/>
                </a:lnTo>
                <a:cubicBezTo>
                  <a:pt x="137" y="4730"/>
                  <a:pt x="1" y="4981"/>
                  <a:pt x="11" y="5185"/>
                </a:cubicBezTo>
                <a:lnTo>
                  <a:pt x="35" y="5556"/>
                </a:lnTo>
                <a:cubicBezTo>
                  <a:pt x="42" y="5702"/>
                  <a:pt x="122" y="5786"/>
                  <a:pt x="232" y="5786"/>
                </a:cubicBezTo>
                <a:cubicBezTo>
                  <a:pt x="277" y="5786"/>
                  <a:pt x="326" y="5773"/>
                  <a:pt x="378" y="5743"/>
                </a:cubicBezTo>
                <a:lnTo>
                  <a:pt x="8296" y="1171"/>
                </a:lnTo>
                <a:cubicBezTo>
                  <a:pt x="8473" y="1069"/>
                  <a:pt x="8609" y="816"/>
                  <a:pt x="8596" y="612"/>
                </a:cubicBezTo>
                <a:lnTo>
                  <a:pt x="8575" y="228"/>
                </a:lnTo>
                <a:cubicBezTo>
                  <a:pt x="8566" y="84"/>
                  <a:pt x="8486" y="1"/>
                  <a:pt x="837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7"/>
          <p:cNvSpPr/>
          <p:nvPr/>
        </p:nvSpPr>
        <p:spPr>
          <a:xfrm flipH="1">
            <a:off x="7311776" y="2178811"/>
            <a:ext cx="96427" cy="334632"/>
          </a:xfrm>
          <a:custGeom>
            <a:rect b="b" l="l" r="r" t="t"/>
            <a:pathLst>
              <a:path extrusionOk="0" h="7482" w="2156">
                <a:moveTo>
                  <a:pt x="1596" y="0"/>
                </a:moveTo>
                <a:cubicBezTo>
                  <a:pt x="1551" y="0"/>
                  <a:pt x="1501" y="14"/>
                  <a:pt x="1449" y="44"/>
                </a:cubicBezTo>
                <a:lnTo>
                  <a:pt x="313" y="700"/>
                </a:lnTo>
                <a:cubicBezTo>
                  <a:pt x="132" y="805"/>
                  <a:pt x="0" y="1053"/>
                  <a:pt x="10" y="1257"/>
                </a:cubicBezTo>
                <a:lnTo>
                  <a:pt x="364" y="7251"/>
                </a:lnTo>
                <a:cubicBezTo>
                  <a:pt x="371" y="7397"/>
                  <a:pt x="451" y="7481"/>
                  <a:pt x="561" y="7481"/>
                </a:cubicBezTo>
                <a:cubicBezTo>
                  <a:pt x="606" y="7481"/>
                  <a:pt x="656" y="7468"/>
                  <a:pt x="708" y="7438"/>
                </a:cubicBezTo>
                <a:lnTo>
                  <a:pt x="1846" y="6779"/>
                </a:lnTo>
                <a:cubicBezTo>
                  <a:pt x="2023" y="6677"/>
                  <a:pt x="2156" y="6429"/>
                  <a:pt x="2145" y="6222"/>
                </a:cubicBezTo>
                <a:lnTo>
                  <a:pt x="1795" y="231"/>
                </a:lnTo>
                <a:cubicBezTo>
                  <a:pt x="1786" y="84"/>
                  <a:pt x="1706" y="0"/>
                  <a:pt x="159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7"/>
          <p:cNvSpPr/>
          <p:nvPr/>
        </p:nvSpPr>
        <p:spPr>
          <a:xfrm flipH="1">
            <a:off x="7307214" y="2529905"/>
            <a:ext cx="80639" cy="59618"/>
          </a:xfrm>
          <a:custGeom>
            <a:rect b="b" l="l" r="r" t="t"/>
            <a:pathLst>
              <a:path extrusionOk="0" h="1333" w="1803">
                <a:moveTo>
                  <a:pt x="1636" y="0"/>
                </a:moveTo>
                <a:cubicBezTo>
                  <a:pt x="1583" y="0"/>
                  <a:pt x="1521" y="19"/>
                  <a:pt x="1456" y="57"/>
                </a:cubicBezTo>
                <a:lnTo>
                  <a:pt x="317" y="714"/>
                </a:lnTo>
                <a:cubicBezTo>
                  <a:pt x="140" y="816"/>
                  <a:pt x="1" y="1027"/>
                  <a:pt x="11" y="1179"/>
                </a:cubicBezTo>
                <a:cubicBezTo>
                  <a:pt x="15" y="1278"/>
                  <a:pt x="78" y="1332"/>
                  <a:pt x="168" y="1332"/>
                </a:cubicBezTo>
                <a:cubicBezTo>
                  <a:pt x="220" y="1332"/>
                  <a:pt x="282" y="1314"/>
                  <a:pt x="347" y="1275"/>
                </a:cubicBezTo>
                <a:lnTo>
                  <a:pt x="1486" y="619"/>
                </a:lnTo>
                <a:cubicBezTo>
                  <a:pt x="1667" y="517"/>
                  <a:pt x="1803" y="306"/>
                  <a:pt x="1792" y="153"/>
                </a:cubicBezTo>
                <a:cubicBezTo>
                  <a:pt x="1788" y="54"/>
                  <a:pt x="1726" y="0"/>
                  <a:pt x="163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7"/>
          <p:cNvSpPr/>
          <p:nvPr/>
        </p:nvSpPr>
        <p:spPr>
          <a:xfrm flipH="1">
            <a:off x="7137841" y="2205691"/>
            <a:ext cx="89092" cy="207121"/>
          </a:xfrm>
          <a:custGeom>
            <a:rect b="b" l="l" r="r" t="t"/>
            <a:pathLst>
              <a:path extrusionOk="0" h="4631" w="1992">
                <a:moveTo>
                  <a:pt x="1597" y="1"/>
                </a:moveTo>
                <a:cubicBezTo>
                  <a:pt x="1553" y="1"/>
                  <a:pt x="1503" y="15"/>
                  <a:pt x="1452" y="44"/>
                </a:cubicBezTo>
                <a:lnTo>
                  <a:pt x="313" y="701"/>
                </a:lnTo>
                <a:cubicBezTo>
                  <a:pt x="136" y="807"/>
                  <a:pt x="0" y="1055"/>
                  <a:pt x="13" y="1259"/>
                </a:cubicBezTo>
                <a:lnTo>
                  <a:pt x="197" y="4403"/>
                </a:lnTo>
                <a:cubicBezTo>
                  <a:pt x="204" y="4548"/>
                  <a:pt x="285" y="4631"/>
                  <a:pt x="394" y="4631"/>
                </a:cubicBezTo>
                <a:cubicBezTo>
                  <a:pt x="439" y="4631"/>
                  <a:pt x="489" y="4617"/>
                  <a:pt x="540" y="4587"/>
                </a:cubicBezTo>
                <a:lnTo>
                  <a:pt x="1679" y="3931"/>
                </a:lnTo>
                <a:cubicBezTo>
                  <a:pt x="1856" y="3829"/>
                  <a:pt x="1992" y="3578"/>
                  <a:pt x="1979" y="3374"/>
                </a:cubicBezTo>
                <a:lnTo>
                  <a:pt x="1795" y="232"/>
                </a:lnTo>
                <a:cubicBezTo>
                  <a:pt x="1788" y="85"/>
                  <a:pt x="1707" y="1"/>
                  <a:pt x="1597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7"/>
          <p:cNvSpPr/>
          <p:nvPr/>
        </p:nvSpPr>
        <p:spPr>
          <a:xfrm flipH="1">
            <a:off x="7138422" y="2205691"/>
            <a:ext cx="87929" cy="207121"/>
          </a:xfrm>
          <a:custGeom>
            <a:rect b="b" l="l" r="r" t="t"/>
            <a:pathLst>
              <a:path extrusionOk="0" h="4631" w="1966">
                <a:moveTo>
                  <a:pt x="1585" y="0"/>
                </a:moveTo>
                <a:cubicBezTo>
                  <a:pt x="1541" y="0"/>
                  <a:pt x="1489" y="14"/>
                  <a:pt x="1439" y="44"/>
                </a:cubicBezTo>
                <a:lnTo>
                  <a:pt x="300" y="701"/>
                </a:lnTo>
                <a:cubicBezTo>
                  <a:pt x="130" y="799"/>
                  <a:pt x="0" y="1034"/>
                  <a:pt x="0" y="1235"/>
                </a:cubicBezTo>
                <a:lnTo>
                  <a:pt x="0" y="1259"/>
                </a:lnTo>
                <a:lnTo>
                  <a:pt x="184" y="4403"/>
                </a:lnTo>
                <a:cubicBezTo>
                  <a:pt x="191" y="4549"/>
                  <a:pt x="273" y="4631"/>
                  <a:pt x="381" y="4631"/>
                </a:cubicBezTo>
                <a:cubicBezTo>
                  <a:pt x="425" y="4631"/>
                  <a:pt x="477" y="4618"/>
                  <a:pt x="527" y="4587"/>
                </a:cubicBezTo>
                <a:lnTo>
                  <a:pt x="1666" y="3931"/>
                </a:lnTo>
                <a:cubicBezTo>
                  <a:pt x="1836" y="3832"/>
                  <a:pt x="1966" y="3601"/>
                  <a:pt x="1966" y="3400"/>
                </a:cubicBezTo>
                <a:lnTo>
                  <a:pt x="1966" y="3374"/>
                </a:lnTo>
                <a:lnTo>
                  <a:pt x="1782" y="232"/>
                </a:lnTo>
                <a:cubicBezTo>
                  <a:pt x="1775" y="85"/>
                  <a:pt x="1693" y="0"/>
                  <a:pt x="158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7"/>
          <p:cNvSpPr/>
          <p:nvPr/>
        </p:nvSpPr>
        <p:spPr>
          <a:xfrm flipH="1">
            <a:off x="7133413" y="2429317"/>
            <a:ext cx="80639" cy="59618"/>
          </a:xfrm>
          <a:custGeom>
            <a:rect b="b" l="l" r="r" t="t"/>
            <a:pathLst>
              <a:path extrusionOk="0" h="1333" w="1803">
                <a:moveTo>
                  <a:pt x="1634" y="1"/>
                </a:moveTo>
                <a:cubicBezTo>
                  <a:pt x="1582" y="1"/>
                  <a:pt x="1521" y="19"/>
                  <a:pt x="1456" y="56"/>
                </a:cubicBezTo>
                <a:lnTo>
                  <a:pt x="317" y="712"/>
                </a:lnTo>
                <a:cubicBezTo>
                  <a:pt x="140" y="817"/>
                  <a:pt x="1" y="1025"/>
                  <a:pt x="11" y="1181"/>
                </a:cubicBezTo>
                <a:cubicBezTo>
                  <a:pt x="17" y="1280"/>
                  <a:pt x="79" y="1333"/>
                  <a:pt x="169" y="1333"/>
                </a:cubicBezTo>
                <a:cubicBezTo>
                  <a:pt x="222" y="1333"/>
                  <a:pt x="284" y="1314"/>
                  <a:pt x="351" y="1277"/>
                </a:cubicBezTo>
                <a:lnTo>
                  <a:pt x="1487" y="621"/>
                </a:lnTo>
                <a:cubicBezTo>
                  <a:pt x="1666" y="519"/>
                  <a:pt x="1803" y="307"/>
                  <a:pt x="1793" y="151"/>
                </a:cubicBezTo>
                <a:cubicBezTo>
                  <a:pt x="1788" y="54"/>
                  <a:pt x="1725" y="1"/>
                  <a:pt x="163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7"/>
          <p:cNvSpPr/>
          <p:nvPr/>
        </p:nvSpPr>
        <p:spPr>
          <a:xfrm flipH="1">
            <a:off x="6963995" y="1900664"/>
            <a:ext cx="100273" cy="411649"/>
          </a:xfrm>
          <a:custGeom>
            <a:rect b="b" l="l" r="r" t="t"/>
            <a:pathLst>
              <a:path extrusionOk="0" h="9204" w="2242">
                <a:moveTo>
                  <a:pt x="1597" y="1"/>
                </a:moveTo>
                <a:cubicBezTo>
                  <a:pt x="1552" y="1"/>
                  <a:pt x="1501" y="15"/>
                  <a:pt x="1449" y="45"/>
                </a:cubicBezTo>
                <a:lnTo>
                  <a:pt x="313" y="701"/>
                </a:lnTo>
                <a:cubicBezTo>
                  <a:pt x="133" y="806"/>
                  <a:pt x="1" y="1055"/>
                  <a:pt x="10" y="1259"/>
                </a:cubicBezTo>
                <a:lnTo>
                  <a:pt x="446" y="8973"/>
                </a:lnTo>
                <a:cubicBezTo>
                  <a:pt x="455" y="9120"/>
                  <a:pt x="535" y="9204"/>
                  <a:pt x="644" y="9204"/>
                </a:cubicBezTo>
                <a:cubicBezTo>
                  <a:pt x="689" y="9204"/>
                  <a:pt x="738" y="9189"/>
                  <a:pt x="790" y="9160"/>
                </a:cubicBezTo>
                <a:lnTo>
                  <a:pt x="1928" y="8504"/>
                </a:lnTo>
                <a:cubicBezTo>
                  <a:pt x="2105" y="8398"/>
                  <a:pt x="2241" y="8150"/>
                  <a:pt x="2231" y="7946"/>
                </a:cubicBezTo>
                <a:lnTo>
                  <a:pt x="1792" y="232"/>
                </a:lnTo>
                <a:cubicBezTo>
                  <a:pt x="1785" y="85"/>
                  <a:pt x="1706" y="1"/>
                  <a:pt x="1597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7"/>
          <p:cNvSpPr/>
          <p:nvPr/>
        </p:nvSpPr>
        <p:spPr>
          <a:xfrm flipH="1">
            <a:off x="6964487" y="1900664"/>
            <a:ext cx="99334" cy="411649"/>
          </a:xfrm>
          <a:custGeom>
            <a:rect b="b" l="l" r="r" t="t"/>
            <a:pathLst>
              <a:path extrusionOk="0" h="9204" w="2221">
                <a:moveTo>
                  <a:pt x="1588" y="1"/>
                </a:moveTo>
                <a:cubicBezTo>
                  <a:pt x="1541" y="1"/>
                  <a:pt x="1494" y="14"/>
                  <a:pt x="1439" y="45"/>
                </a:cubicBezTo>
                <a:lnTo>
                  <a:pt x="303" y="701"/>
                </a:lnTo>
                <a:cubicBezTo>
                  <a:pt x="130" y="799"/>
                  <a:pt x="0" y="1034"/>
                  <a:pt x="0" y="1234"/>
                </a:cubicBezTo>
                <a:lnTo>
                  <a:pt x="0" y="1259"/>
                </a:lnTo>
                <a:lnTo>
                  <a:pt x="436" y="8973"/>
                </a:lnTo>
                <a:cubicBezTo>
                  <a:pt x="446" y="9119"/>
                  <a:pt x="524" y="9204"/>
                  <a:pt x="633" y="9204"/>
                </a:cubicBezTo>
                <a:cubicBezTo>
                  <a:pt x="678" y="9204"/>
                  <a:pt x="728" y="9190"/>
                  <a:pt x="780" y="9160"/>
                </a:cubicBezTo>
                <a:lnTo>
                  <a:pt x="1918" y="8504"/>
                </a:lnTo>
                <a:cubicBezTo>
                  <a:pt x="2088" y="8405"/>
                  <a:pt x="2221" y="8170"/>
                  <a:pt x="2221" y="7970"/>
                </a:cubicBezTo>
                <a:lnTo>
                  <a:pt x="2221" y="7946"/>
                </a:lnTo>
                <a:lnTo>
                  <a:pt x="1782" y="232"/>
                </a:lnTo>
                <a:cubicBezTo>
                  <a:pt x="1775" y="85"/>
                  <a:pt x="1698" y="1"/>
                  <a:pt x="158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7"/>
          <p:cNvSpPr/>
          <p:nvPr/>
        </p:nvSpPr>
        <p:spPr>
          <a:xfrm flipH="1">
            <a:off x="6959612" y="2328775"/>
            <a:ext cx="80505" cy="59618"/>
          </a:xfrm>
          <a:custGeom>
            <a:rect b="b" l="l" r="r" t="t"/>
            <a:pathLst>
              <a:path extrusionOk="0" h="1333" w="1800">
                <a:moveTo>
                  <a:pt x="1633" y="1"/>
                </a:moveTo>
                <a:cubicBezTo>
                  <a:pt x="1580" y="1"/>
                  <a:pt x="1518" y="19"/>
                  <a:pt x="1453" y="57"/>
                </a:cubicBezTo>
                <a:lnTo>
                  <a:pt x="314" y="713"/>
                </a:lnTo>
                <a:cubicBezTo>
                  <a:pt x="137" y="815"/>
                  <a:pt x="1" y="1025"/>
                  <a:pt x="8" y="1182"/>
                </a:cubicBezTo>
                <a:cubicBezTo>
                  <a:pt x="14" y="1279"/>
                  <a:pt x="77" y="1333"/>
                  <a:pt x="168" y="1333"/>
                </a:cubicBezTo>
                <a:cubicBezTo>
                  <a:pt x="220" y="1333"/>
                  <a:pt x="282" y="1315"/>
                  <a:pt x="348" y="1278"/>
                </a:cubicBezTo>
                <a:lnTo>
                  <a:pt x="1487" y="617"/>
                </a:lnTo>
                <a:cubicBezTo>
                  <a:pt x="1664" y="515"/>
                  <a:pt x="1800" y="308"/>
                  <a:pt x="1793" y="152"/>
                </a:cubicBezTo>
                <a:cubicBezTo>
                  <a:pt x="1786" y="54"/>
                  <a:pt x="1723" y="1"/>
                  <a:pt x="163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7"/>
          <p:cNvSpPr/>
          <p:nvPr/>
        </p:nvSpPr>
        <p:spPr>
          <a:xfrm flipH="1">
            <a:off x="6790238" y="1952456"/>
            <a:ext cx="91418" cy="259316"/>
          </a:xfrm>
          <a:custGeom>
            <a:rect b="b" l="l" r="r" t="t"/>
            <a:pathLst>
              <a:path extrusionOk="0" h="5798" w="2044">
                <a:moveTo>
                  <a:pt x="1601" y="1"/>
                </a:moveTo>
                <a:cubicBezTo>
                  <a:pt x="1555" y="1"/>
                  <a:pt x="1505" y="15"/>
                  <a:pt x="1452" y="46"/>
                </a:cubicBezTo>
                <a:lnTo>
                  <a:pt x="317" y="702"/>
                </a:lnTo>
                <a:cubicBezTo>
                  <a:pt x="137" y="804"/>
                  <a:pt x="1" y="1055"/>
                  <a:pt x="14" y="1259"/>
                </a:cubicBezTo>
                <a:lnTo>
                  <a:pt x="252" y="5568"/>
                </a:lnTo>
                <a:cubicBezTo>
                  <a:pt x="259" y="5713"/>
                  <a:pt x="339" y="5798"/>
                  <a:pt x="448" y="5798"/>
                </a:cubicBezTo>
                <a:cubicBezTo>
                  <a:pt x="492" y="5798"/>
                  <a:pt x="541" y="5784"/>
                  <a:pt x="592" y="5755"/>
                </a:cubicBezTo>
                <a:lnTo>
                  <a:pt x="1731" y="5094"/>
                </a:lnTo>
                <a:cubicBezTo>
                  <a:pt x="1912" y="4992"/>
                  <a:pt x="2044" y="4744"/>
                  <a:pt x="2034" y="4537"/>
                </a:cubicBezTo>
                <a:lnTo>
                  <a:pt x="1796" y="230"/>
                </a:lnTo>
                <a:cubicBezTo>
                  <a:pt x="1789" y="85"/>
                  <a:pt x="1710" y="1"/>
                  <a:pt x="1601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7"/>
          <p:cNvSpPr/>
          <p:nvPr/>
        </p:nvSpPr>
        <p:spPr>
          <a:xfrm flipH="1">
            <a:off x="6790685" y="1952546"/>
            <a:ext cx="90345" cy="259271"/>
          </a:xfrm>
          <a:custGeom>
            <a:rect b="b" l="l" r="r" t="t"/>
            <a:pathLst>
              <a:path extrusionOk="0" h="5797" w="2020">
                <a:moveTo>
                  <a:pt x="1584" y="0"/>
                </a:moveTo>
                <a:cubicBezTo>
                  <a:pt x="1540" y="0"/>
                  <a:pt x="1493" y="13"/>
                  <a:pt x="1438" y="44"/>
                </a:cubicBezTo>
                <a:lnTo>
                  <a:pt x="303" y="700"/>
                </a:lnTo>
                <a:cubicBezTo>
                  <a:pt x="129" y="799"/>
                  <a:pt x="0" y="1033"/>
                  <a:pt x="0" y="1234"/>
                </a:cubicBezTo>
                <a:lnTo>
                  <a:pt x="0" y="1257"/>
                </a:lnTo>
                <a:lnTo>
                  <a:pt x="238" y="5566"/>
                </a:lnTo>
                <a:cubicBezTo>
                  <a:pt x="245" y="5712"/>
                  <a:pt x="324" y="5797"/>
                  <a:pt x="432" y="5797"/>
                </a:cubicBezTo>
                <a:cubicBezTo>
                  <a:pt x="479" y="5797"/>
                  <a:pt x="528" y="5779"/>
                  <a:pt x="578" y="5753"/>
                </a:cubicBezTo>
                <a:lnTo>
                  <a:pt x="1717" y="5092"/>
                </a:lnTo>
                <a:cubicBezTo>
                  <a:pt x="1890" y="4995"/>
                  <a:pt x="2020" y="4760"/>
                  <a:pt x="2020" y="4559"/>
                </a:cubicBezTo>
                <a:lnTo>
                  <a:pt x="2020" y="4535"/>
                </a:lnTo>
                <a:lnTo>
                  <a:pt x="1782" y="228"/>
                </a:lnTo>
                <a:cubicBezTo>
                  <a:pt x="1775" y="82"/>
                  <a:pt x="1694" y="0"/>
                  <a:pt x="158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7"/>
          <p:cNvSpPr/>
          <p:nvPr/>
        </p:nvSpPr>
        <p:spPr>
          <a:xfrm flipH="1">
            <a:off x="6785676" y="2228188"/>
            <a:ext cx="80594" cy="59663"/>
          </a:xfrm>
          <a:custGeom>
            <a:rect b="b" l="l" r="r" t="t"/>
            <a:pathLst>
              <a:path extrusionOk="0" h="1334" w="1802">
                <a:moveTo>
                  <a:pt x="1631" y="0"/>
                </a:moveTo>
                <a:cubicBezTo>
                  <a:pt x="1579" y="0"/>
                  <a:pt x="1517" y="18"/>
                  <a:pt x="1452" y="55"/>
                </a:cubicBezTo>
                <a:lnTo>
                  <a:pt x="313" y="715"/>
                </a:lnTo>
                <a:cubicBezTo>
                  <a:pt x="136" y="817"/>
                  <a:pt x="0" y="1027"/>
                  <a:pt x="7" y="1181"/>
                </a:cubicBezTo>
                <a:cubicBezTo>
                  <a:pt x="13" y="1279"/>
                  <a:pt x="76" y="1333"/>
                  <a:pt x="167" y="1333"/>
                </a:cubicBezTo>
                <a:cubicBezTo>
                  <a:pt x="219" y="1333"/>
                  <a:pt x="282" y="1315"/>
                  <a:pt x="347" y="1275"/>
                </a:cubicBezTo>
                <a:lnTo>
                  <a:pt x="1486" y="619"/>
                </a:lnTo>
                <a:cubicBezTo>
                  <a:pt x="1662" y="517"/>
                  <a:pt x="1802" y="307"/>
                  <a:pt x="1792" y="153"/>
                </a:cubicBezTo>
                <a:cubicBezTo>
                  <a:pt x="1785" y="54"/>
                  <a:pt x="1723" y="0"/>
                  <a:pt x="16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7"/>
          <p:cNvSpPr/>
          <p:nvPr/>
        </p:nvSpPr>
        <p:spPr>
          <a:xfrm flipH="1">
            <a:off x="5347500" y="2436071"/>
            <a:ext cx="257303" cy="278100"/>
          </a:xfrm>
          <a:custGeom>
            <a:rect b="b" l="l" r="r" t="t"/>
            <a:pathLst>
              <a:path extrusionOk="0" h="6218" w="5753">
                <a:moveTo>
                  <a:pt x="1934" y="0"/>
                </a:moveTo>
                <a:lnTo>
                  <a:pt x="0" y="1140"/>
                </a:lnTo>
                <a:cubicBezTo>
                  <a:pt x="265" y="1989"/>
                  <a:pt x="755" y="2985"/>
                  <a:pt x="1064" y="3618"/>
                </a:cubicBezTo>
                <a:cubicBezTo>
                  <a:pt x="2037" y="5587"/>
                  <a:pt x="2874" y="6217"/>
                  <a:pt x="3787" y="6217"/>
                </a:cubicBezTo>
                <a:cubicBezTo>
                  <a:pt x="3889" y="6217"/>
                  <a:pt x="3992" y="6209"/>
                  <a:pt x="4096" y="6194"/>
                </a:cubicBezTo>
                <a:cubicBezTo>
                  <a:pt x="5753" y="5963"/>
                  <a:pt x="5637" y="5352"/>
                  <a:pt x="4685" y="4451"/>
                </a:cubicBezTo>
                <a:cubicBezTo>
                  <a:pt x="3981" y="3784"/>
                  <a:pt x="3644" y="3098"/>
                  <a:pt x="3644" y="3098"/>
                </a:cubicBezTo>
                <a:lnTo>
                  <a:pt x="3644" y="3098"/>
                </a:lnTo>
                <a:cubicBezTo>
                  <a:pt x="4015" y="3271"/>
                  <a:pt x="4311" y="3404"/>
                  <a:pt x="4532" y="3441"/>
                </a:cubicBezTo>
                <a:cubicBezTo>
                  <a:pt x="4584" y="3449"/>
                  <a:pt x="4632" y="3453"/>
                  <a:pt x="4678" y="3453"/>
                </a:cubicBezTo>
                <a:cubicBezTo>
                  <a:pt x="5021" y="3453"/>
                  <a:pt x="5193" y="3226"/>
                  <a:pt x="5229" y="3087"/>
                </a:cubicBezTo>
                <a:cubicBezTo>
                  <a:pt x="5259" y="2968"/>
                  <a:pt x="4953" y="2914"/>
                  <a:pt x="4559" y="2598"/>
                </a:cubicBezTo>
                <a:cubicBezTo>
                  <a:pt x="4059" y="2193"/>
                  <a:pt x="3774" y="1846"/>
                  <a:pt x="3142" y="1557"/>
                </a:cubicBezTo>
                <a:cubicBezTo>
                  <a:pt x="2903" y="1449"/>
                  <a:pt x="2400" y="1132"/>
                  <a:pt x="2298" y="895"/>
                </a:cubicBezTo>
                <a:cubicBezTo>
                  <a:pt x="2189" y="650"/>
                  <a:pt x="2067" y="344"/>
                  <a:pt x="1934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7"/>
          <p:cNvSpPr/>
          <p:nvPr/>
        </p:nvSpPr>
        <p:spPr>
          <a:xfrm flipH="1">
            <a:off x="5501533" y="1627393"/>
            <a:ext cx="276624" cy="869991"/>
          </a:xfrm>
          <a:custGeom>
            <a:rect b="b" l="l" r="r" t="t"/>
            <a:pathLst>
              <a:path extrusionOk="0" h="19452" w="6185">
                <a:moveTo>
                  <a:pt x="1108" y="1"/>
                </a:moveTo>
                <a:cubicBezTo>
                  <a:pt x="1108" y="1"/>
                  <a:pt x="707" y="1130"/>
                  <a:pt x="316" y="1796"/>
                </a:cubicBezTo>
                <a:cubicBezTo>
                  <a:pt x="0" y="2334"/>
                  <a:pt x="266" y="10925"/>
                  <a:pt x="425" y="11645"/>
                </a:cubicBezTo>
                <a:cubicBezTo>
                  <a:pt x="585" y="12367"/>
                  <a:pt x="3726" y="19390"/>
                  <a:pt x="3726" y="19390"/>
                </a:cubicBezTo>
                <a:cubicBezTo>
                  <a:pt x="3726" y="19390"/>
                  <a:pt x="3930" y="19451"/>
                  <a:pt x="4250" y="19451"/>
                </a:cubicBezTo>
                <a:cubicBezTo>
                  <a:pt x="4731" y="19451"/>
                  <a:pt x="5476" y="19314"/>
                  <a:pt x="6184" y="18625"/>
                </a:cubicBezTo>
                <a:lnTo>
                  <a:pt x="3848" y="11268"/>
                </a:lnTo>
                <a:lnTo>
                  <a:pt x="3702" y="4998"/>
                </a:lnTo>
                <a:cubicBezTo>
                  <a:pt x="3702" y="4998"/>
                  <a:pt x="3795" y="481"/>
                  <a:pt x="1108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7"/>
          <p:cNvSpPr/>
          <p:nvPr/>
        </p:nvSpPr>
        <p:spPr>
          <a:xfrm flipH="1">
            <a:off x="5501533" y="1627393"/>
            <a:ext cx="227069" cy="869991"/>
          </a:xfrm>
          <a:custGeom>
            <a:rect b="b" l="l" r="r" t="t"/>
            <a:pathLst>
              <a:path extrusionOk="0" h="19452" w="5077">
                <a:moveTo>
                  <a:pt x="0" y="1"/>
                </a:moveTo>
                <a:lnTo>
                  <a:pt x="0" y="1"/>
                </a:lnTo>
                <a:cubicBezTo>
                  <a:pt x="1687" y="521"/>
                  <a:pt x="1714" y="1589"/>
                  <a:pt x="1894" y="3921"/>
                </a:cubicBezTo>
                <a:cubicBezTo>
                  <a:pt x="2054" y="5941"/>
                  <a:pt x="2152" y="18160"/>
                  <a:pt x="2152" y="18160"/>
                </a:cubicBezTo>
                <a:cubicBezTo>
                  <a:pt x="2132" y="18176"/>
                  <a:pt x="2111" y="18190"/>
                  <a:pt x="2091" y="18207"/>
                </a:cubicBezTo>
                <a:cubicBezTo>
                  <a:pt x="2407" y="18918"/>
                  <a:pt x="2618" y="19390"/>
                  <a:pt x="2618" y="19390"/>
                </a:cubicBezTo>
                <a:cubicBezTo>
                  <a:pt x="2618" y="19390"/>
                  <a:pt x="2822" y="19451"/>
                  <a:pt x="3142" y="19451"/>
                </a:cubicBezTo>
                <a:cubicBezTo>
                  <a:pt x="3621" y="19451"/>
                  <a:pt x="4366" y="19312"/>
                  <a:pt x="5076" y="18625"/>
                </a:cubicBezTo>
                <a:lnTo>
                  <a:pt x="2740" y="11268"/>
                </a:lnTo>
                <a:lnTo>
                  <a:pt x="2594" y="4998"/>
                </a:lnTo>
                <a:lnTo>
                  <a:pt x="2594" y="4948"/>
                </a:lnTo>
                <a:cubicBezTo>
                  <a:pt x="2594" y="4441"/>
                  <a:pt x="2516" y="450"/>
                  <a:pt x="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7"/>
          <p:cNvSpPr/>
          <p:nvPr/>
        </p:nvSpPr>
        <p:spPr>
          <a:xfrm flipH="1">
            <a:off x="6065067" y="3665748"/>
            <a:ext cx="104030" cy="177961"/>
          </a:xfrm>
          <a:custGeom>
            <a:rect b="b" l="l" r="r" t="t"/>
            <a:pathLst>
              <a:path extrusionOk="0" h="3979" w="2326">
                <a:moveTo>
                  <a:pt x="0" y="1"/>
                </a:moveTo>
                <a:lnTo>
                  <a:pt x="0" y="3979"/>
                </a:lnTo>
                <a:lnTo>
                  <a:pt x="2326" y="3979"/>
                </a:lnTo>
                <a:lnTo>
                  <a:pt x="2326" y="1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7"/>
          <p:cNvSpPr/>
          <p:nvPr/>
        </p:nvSpPr>
        <p:spPr>
          <a:xfrm flipH="1">
            <a:off x="5634903" y="3520704"/>
            <a:ext cx="109084" cy="191915"/>
          </a:xfrm>
          <a:custGeom>
            <a:rect b="b" l="l" r="r" t="t"/>
            <a:pathLst>
              <a:path extrusionOk="0" h="4291" w="2439">
                <a:moveTo>
                  <a:pt x="1" y="0"/>
                </a:moveTo>
                <a:lnTo>
                  <a:pt x="1" y="4212"/>
                </a:lnTo>
                <a:lnTo>
                  <a:pt x="2323" y="4291"/>
                </a:lnTo>
                <a:lnTo>
                  <a:pt x="2439" y="82"/>
                </a:lnTo>
                <a:lnTo>
                  <a:pt x="1" y="0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7"/>
          <p:cNvSpPr/>
          <p:nvPr/>
        </p:nvSpPr>
        <p:spPr>
          <a:xfrm flipH="1">
            <a:off x="5621798" y="2374305"/>
            <a:ext cx="574672" cy="1394347"/>
          </a:xfrm>
          <a:custGeom>
            <a:rect b="b" l="l" r="r" t="t"/>
            <a:pathLst>
              <a:path extrusionOk="0" h="31176" w="12849">
                <a:moveTo>
                  <a:pt x="12151" y="1"/>
                </a:moveTo>
                <a:lnTo>
                  <a:pt x="938" y="481"/>
                </a:lnTo>
                <a:cubicBezTo>
                  <a:pt x="938" y="2700"/>
                  <a:pt x="786" y="15603"/>
                  <a:pt x="786" y="15603"/>
                </a:cubicBezTo>
                <a:cubicBezTo>
                  <a:pt x="734" y="16238"/>
                  <a:pt x="119" y="17374"/>
                  <a:pt x="72" y="19676"/>
                </a:cubicBezTo>
                <a:cubicBezTo>
                  <a:pt x="0" y="23011"/>
                  <a:pt x="513" y="30868"/>
                  <a:pt x="513" y="30868"/>
                </a:cubicBezTo>
                <a:cubicBezTo>
                  <a:pt x="513" y="30868"/>
                  <a:pt x="1043" y="31175"/>
                  <a:pt x="1844" y="31175"/>
                </a:cubicBezTo>
                <a:cubicBezTo>
                  <a:pt x="2214" y="31175"/>
                  <a:pt x="2641" y="31110"/>
                  <a:pt x="3101" y="30919"/>
                </a:cubicBezTo>
                <a:cubicBezTo>
                  <a:pt x="3101" y="30919"/>
                  <a:pt x="4927" y="19805"/>
                  <a:pt x="5341" y="16504"/>
                </a:cubicBezTo>
                <a:cubicBezTo>
                  <a:pt x="5705" y="13624"/>
                  <a:pt x="6959" y="5934"/>
                  <a:pt x="6959" y="5934"/>
                </a:cubicBezTo>
                <a:lnTo>
                  <a:pt x="8734" y="15670"/>
                </a:lnTo>
                <a:cubicBezTo>
                  <a:pt x="8734" y="15670"/>
                  <a:pt x="8306" y="17387"/>
                  <a:pt x="8448" y="19363"/>
                </a:cubicBezTo>
                <a:cubicBezTo>
                  <a:pt x="8558" y="20889"/>
                  <a:pt x="9972" y="28539"/>
                  <a:pt x="9972" y="28539"/>
                </a:cubicBezTo>
                <a:cubicBezTo>
                  <a:pt x="9972" y="28539"/>
                  <a:pt x="10560" y="28938"/>
                  <a:pt x="11502" y="28938"/>
                </a:cubicBezTo>
                <a:cubicBezTo>
                  <a:pt x="11843" y="28938"/>
                  <a:pt x="12231" y="28886"/>
                  <a:pt x="12654" y="28743"/>
                </a:cubicBezTo>
                <a:cubicBezTo>
                  <a:pt x="12654" y="28743"/>
                  <a:pt x="12790" y="16739"/>
                  <a:pt x="12817" y="15338"/>
                </a:cubicBezTo>
                <a:cubicBezTo>
                  <a:pt x="12848" y="13740"/>
                  <a:pt x="12151" y="1"/>
                  <a:pt x="1215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7"/>
          <p:cNvSpPr/>
          <p:nvPr/>
        </p:nvSpPr>
        <p:spPr>
          <a:xfrm flipH="1">
            <a:off x="5928209" y="3777427"/>
            <a:ext cx="269826" cy="302520"/>
          </a:xfrm>
          <a:custGeom>
            <a:rect b="b" l="l" r="r" t="t"/>
            <a:pathLst>
              <a:path extrusionOk="0" h="6764" w="6033">
                <a:moveTo>
                  <a:pt x="631" y="0"/>
                </a:moveTo>
                <a:cubicBezTo>
                  <a:pt x="499" y="0"/>
                  <a:pt x="388" y="433"/>
                  <a:pt x="283" y="829"/>
                </a:cubicBezTo>
                <a:cubicBezTo>
                  <a:pt x="158" y="1305"/>
                  <a:pt x="1" y="1841"/>
                  <a:pt x="198" y="2318"/>
                </a:cubicBezTo>
                <a:cubicBezTo>
                  <a:pt x="307" y="2583"/>
                  <a:pt x="481" y="2814"/>
                  <a:pt x="644" y="3052"/>
                </a:cubicBezTo>
                <a:cubicBezTo>
                  <a:pt x="923" y="3464"/>
                  <a:pt x="1171" y="3912"/>
                  <a:pt x="1225" y="4402"/>
                </a:cubicBezTo>
                <a:cubicBezTo>
                  <a:pt x="1249" y="4619"/>
                  <a:pt x="1239" y="4837"/>
                  <a:pt x="1273" y="5051"/>
                </a:cubicBezTo>
                <a:cubicBezTo>
                  <a:pt x="1392" y="5796"/>
                  <a:pt x="1915" y="6377"/>
                  <a:pt x="2640" y="6588"/>
                </a:cubicBezTo>
                <a:cubicBezTo>
                  <a:pt x="3016" y="6699"/>
                  <a:pt x="3453" y="6763"/>
                  <a:pt x="3899" y="6763"/>
                </a:cubicBezTo>
                <a:cubicBezTo>
                  <a:pt x="4572" y="6763"/>
                  <a:pt x="5263" y="6617"/>
                  <a:pt x="5791" y="6265"/>
                </a:cubicBezTo>
                <a:cubicBezTo>
                  <a:pt x="6032" y="6105"/>
                  <a:pt x="5982" y="5408"/>
                  <a:pt x="5842" y="5160"/>
                </a:cubicBezTo>
                <a:cubicBezTo>
                  <a:pt x="5699" y="4909"/>
                  <a:pt x="5298" y="4551"/>
                  <a:pt x="5121" y="4327"/>
                </a:cubicBezTo>
                <a:cubicBezTo>
                  <a:pt x="4366" y="3382"/>
                  <a:pt x="4091" y="3079"/>
                  <a:pt x="3765" y="2270"/>
                </a:cubicBezTo>
                <a:cubicBezTo>
                  <a:pt x="3561" y="1774"/>
                  <a:pt x="3465" y="1512"/>
                  <a:pt x="3357" y="1080"/>
                </a:cubicBezTo>
                <a:cubicBezTo>
                  <a:pt x="3285" y="801"/>
                  <a:pt x="3255" y="638"/>
                  <a:pt x="3221" y="424"/>
                </a:cubicBezTo>
                <a:cubicBezTo>
                  <a:pt x="3174" y="129"/>
                  <a:pt x="3097" y="6"/>
                  <a:pt x="2977" y="6"/>
                </a:cubicBezTo>
                <a:cubicBezTo>
                  <a:pt x="2976" y="6"/>
                  <a:pt x="2974" y="6"/>
                  <a:pt x="2973" y="6"/>
                </a:cubicBezTo>
                <a:lnTo>
                  <a:pt x="2973" y="335"/>
                </a:lnTo>
                <a:cubicBezTo>
                  <a:pt x="2976" y="574"/>
                  <a:pt x="2272" y="650"/>
                  <a:pt x="1896" y="650"/>
                </a:cubicBezTo>
                <a:cubicBezTo>
                  <a:pt x="1865" y="650"/>
                  <a:pt x="1836" y="650"/>
                  <a:pt x="1810" y="649"/>
                </a:cubicBezTo>
                <a:cubicBezTo>
                  <a:pt x="1283" y="628"/>
                  <a:pt x="817" y="445"/>
                  <a:pt x="647" y="258"/>
                </a:cubicBezTo>
                <a:lnTo>
                  <a:pt x="647" y="2"/>
                </a:lnTo>
                <a:cubicBezTo>
                  <a:pt x="642" y="1"/>
                  <a:pt x="636" y="0"/>
                  <a:pt x="63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7"/>
          <p:cNvSpPr/>
          <p:nvPr/>
        </p:nvSpPr>
        <p:spPr>
          <a:xfrm flipH="1">
            <a:off x="5386008" y="3673709"/>
            <a:ext cx="396890" cy="204393"/>
          </a:xfrm>
          <a:custGeom>
            <a:rect b="b" l="l" r="r" t="t"/>
            <a:pathLst>
              <a:path extrusionOk="0" h="4570" w="8874">
                <a:moveTo>
                  <a:pt x="857" y="1"/>
                </a:moveTo>
                <a:cubicBezTo>
                  <a:pt x="645" y="1"/>
                  <a:pt x="466" y="992"/>
                  <a:pt x="323" y="1634"/>
                </a:cubicBezTo>
                <a:cubicBezTo>
                  <a:pt x="191" y="2236"/>
                  <a:pt x="0" y="2933"/>
                  <a:pt x="474" y="3263"/>
                </a:cubicBezTo>
                <a:cubicBezTo>
                  <a:pt x="833" y="3510"/>
                  <a:pt x="1609" y="3576"/>
                  <a:pt x="2244" y="3576"/>
                </a:cubicBezTo>
                <a:cubicBezTo>
                  <a:pt x="2448" y="3576"/>
                  <a:pt x="2638" y="3569"/>
                  <a:pt x="2795" y="3559"/>
                </a:cubicBezTo>
                <a:cubicBezTo>
                  <a:pt x="2811" y="3558"/>
                  <a:pt x="2828" y="3558"/>
                  <a:pt x="2844" y="3558"/>
                </a:cubicBezTo>
                <a:cubicBezTo>
                  <a:pt x="3489" y="3558"/>
                  <a:pt x="4474" y="4246"/>
                  <a:pt x="5236" y="4416"/>
                </a:cubicBezTo>
                <a:cubicBezTo>
                  <a:pt x="5716" y="4524"/>
                  <a:pt x="6169" y="4569"/>
                  <a:pt x="6578" y="4569"/>
                </a:cubicBezTo>
                <a:cubicBezTo>
                  <a:pt x="7391" y="4569"/>
                  <a:pt x="8029" y="4390"/>
                  <a:pt x="8357" y="4171"/>
                </a:cubicBezTo>
                <a:cubicBezTo>
                  <a:pt x="8853" y="3841"/>
                  <a:pt x="8874" y="3266"/>
                  <a:pt x="8395" y="3049"/>
                </a:cubicBezTo>
                <a:cubicBezTo>
                  <a:pt x="7629" y="2706"/>
                  <a:pt x="5940" y="2036"/>
                  <a:pt x="5070" y="1601"/>
                </a:cubicBezTo>
                <a:cubicBezTo>
                  <a:pt x="4549" y="1339"/>
                  <a:pt x="4023" y="965"/>
                  <a:pt x="3703" y="614"/>
                </a:cubicBezTo>
                <a:cubicBezTo>
                  <a:pt x="3435" y="329"/>
                  <a:pt x="3339" y="156"/>
                  <a:pt x="3217" y="153"/>
                </a:cubicBezTo>
                <a:lnTo>
                  <a:pt x="3203" y="512"/>
                </a:lnTo>
                <a:cubicBezTo>
                  <a:pt x="2988" y="621"/>
                  <a:pt x="2670" y="671"/>
                  <a:pt x="2336" y="671"/>
                </a:cubicBezTo>
                <a:cubicBezTo>
                  <a:pt x="1721" y="671"/>
                  <a:pt x="1052" y="502"/>
                  <a:pt x="871" y="227"/>
                </a:cubicBezTo>
                <a:lnTo>
                  <a:pt x="871" y="2"/>
                </a:lnTo>
                <a:cubicBezTo>
                  <a:pt x="866" y="1"/>
                  <a:pt x="862" y="1"/>
                  <a:pt x="85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7"/>
          <p:cNvSpPr/>
          <p:nvPr/>
        </p:nvSpPr>
        <p:spPr>
          <a:xfrm flipH="1">
            <a:off x="5740409" y="2556650"/>
            <a:ext cx="144820" cy="488442"/>
          </a:xfrm>
          <a:custGeom>
            <a:rect b="b" l="l" r="r" t="t"/>
            <a:pathLst>
              <a:path extrusionOk="0" h="10921" w="3238">
                <a:moveTo>
                  <a:pt x="3237" y="0"/>
                </a:moveTo>
                <a:lnTo>
                  <a:pt x="3237" y="0"/>
                </a:lnTo>
                <a:cubicBezTo>
                  <a:pt x="1857" y="1333"/>
                  <a:pt x="0" y="1857"/>
                  <a:pt x="0" y="1857"/>
                </a:cubicBezTo>
                <a:lnTo>
                  <a:pt x="1653" y="10920"/>
                </a:lnTo>
                <a:lnTo>
                  <a:pt x="755" y="2258"/>
                </a:lnTo>
                <a:cubicBezTo>
                  <a:pt x="2611" y="1170"/>
                  <a:pt x="3237" y="1"/>
                  <a:pt x="32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/>
          <p:nvPr/>
        </p:nvSpPr>
        <p:spPr>
          <a:xfrm flipH="1">
            <a:off x="5643847" y="1629987"/>
            <a:ext cx="484998" cy="819943"/>
          </a:xfrm>
          <a:custGeom>
            <a:rect b="b" l="l" r="r" t="t"/>
            <a:pathLst>
              <a:path extrusionOk="0" h="18333" w="10844">
                <a:moveTo>
                  <a:pt x="6852" y="1"/>
                </a:moveTo>
                <a:lnTo>
                  <a:pt x="3456" y="99"/>
                </a:lnTo>
                <a:cubicBezTo>
                  <a:pt x="2667" y="290"/>
                  <a:pt x="1072" y="551"/>
                  <a:pt x="715" y="2125"/>
                </a:cubicBezTo>
                <a:cubicBezTo>
                  <a:pt x="286" y="4019"/>
                  <a:pt x="147" y="8137"/>
                  <a:pt x="147" y="8137"/>
                </a:cubicBezTo>
                <a:lnTo>
                  <a:pt x="1" y="17302"/>
                </a:lnTo>
                <a:cubicBezTo>
                  <a:pt x="797" y="17883"/>
                  <a:pt x="2655" y="18332"/>
                  <a:pt x="4736" y="18332"/>
                </a:cubicBezTo>
                <a:cubicBezTo>
                  <a:pt x="6832" y="18332"/>
                  <a:pt x="9154" y="17877"/>
                  <a:pt x="10843" y="16643"/>
                </a:cubicBezTo>
                <a:cubicBezTo>
                  <a:pt x="10843" y="16643"/>
                  <a:pt x="10432" y="5638"/>
                  <a:pt x="10432" y="3925"/>
                </a:cubicBezTo>
                <a:cubicBezTo>
                  <a:pt x="10432" y="2211"/>
                  <a:pt x="9480" y="154"/>
                  <a:pt x="6852" y="1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7"/>
          <p:cNvSpPr/>
          <p:nvPr/>
        </p:nvSpPr>
        <p:spPr>
          <a:xfrm flipH="1">
            <a:off x="5632309" y="1611873"/>
            <a:ext cx="191781" cy="868336"/>
          </a:xfrm>
          <a:custGeom>
            <a:rect b="b" l="l" r="r" t="t"/>
            <a:pathLst>
              <a:path extrusionOk="0" h="19415" w="4288">
                <a:moveTo>
                  <a:pt x="3" y="1"/>
                </a:moveTo>
                <a:lnTo>
                  <a:pt x="0" y="229"/>
                </a:lnTo>
                <a:cubicBezTo>
                  <a:pt x="0" y="229"/>
                  <a:pt x="1183" y="1164"/>
                  <a:pt x="1503" y="2551"/>
                </a:cubicBezTo>
                <a:cubicBezTo>
                  <a:pt x="1823" y="3938"/>
                  <a:pt x="1874" y="19414"/>
                  <a:pt x="1874" y="19414"/>
                </a:cubicBezTo>
                <a:cubicBezTo>
                  <a:pt x="1874" y="19414"/>
                  <a:pt x="3516" y="19111"/>
                  <a:pt x="4287" y="18507"/>
                </a:cubicBezTo>
                <a:cubicBezTo>
                  <a:pt x="4287" y="18507"/>
                  <a:pt x="4189" y="6288"/>
                  <a:pt x="4029" y="4268"/>
                </a:cubicBezTo>
                <a:cubicBezTo>
                  <a:pt x="3794" y="1205"/>
                  <a:pt x="3818" y="324"/>
                  <a:pt x="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7"/>
          <p:cNvSpPr/>
          <p:nvPr/>
        </p:nvSpPr>
        <p:spPr>
          <a:xfrm flipH="1">
            <a:off x="5898243" y="1611873"/>
            <a:ext cx="277250" cy="872898"/>
          </a:xfrm>
          <a:custGeom>
            <a:rect b="b" l="l" r="r" t="t"/>
            <a:pathLst>
              <a:path extrusionOk="0" h="19517" w="6199">
                <a:moveTo>
                  <a:pt x="3808" y="1"/>
                </a:moveTo>
                <a:cubicBezTo>
                  <a:pt x="3808" y="1"/>
                  <a:pt x="3808" y="1"/>
                  <a:pt x="3808" y="1"/>
                </a:cubicBezTo>
                <a:cubicBezTo>
                  <a:pt x="3808" y="1"/>
                  <a:pt x="2363" y="304"/>
                  <a:pt x="1201" y="773"/>
                </a:cubicBezTo>
                <a:cubicBezTo>
                  <a:pt x="562" y="1028"/>
                  <a:pt x="96" y="3605"/>
                  <a:pt x="44" y="5598"/>
                </a:cubicBezTo>
                <a:cubicBezTo>
                  <a:pt x="0" y="7338"/>
                  <a:pt x="276" y="18575"/>
                  <a:pt x="276" y="18575"/>
                </a:cubicBezTo>
                <a:cubicBezTo>
                  <a:pt x="1567" y="19347"/>
                  <a:pt x="3280" y="19516"/>
                  <a:pt x="4532" y="19516"/>
                </a:cubicBezTo>
                <a:cubicBezTo>
                  <a:pt x="5504" y="19516"/>
                  <a:pt x="6198" y="19414"/>
                  <a:pt x="6198" y="19414"/>
                </a:cubicBezTo>
                <a:cubicBezTo>
                  <a:pt x="6198" y="19414"/>
                  <a:pt x="6042" y="11343"/>
                  <a:pt x="6021" y="6709"/>
                </a:cubicBezTo>
                <a:cubicBezTo>
                  <a:pt x="5998" y="1354"/>
                  <a:pt x="3814" y="1"/>
                  <a:pt x="380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7"/>
          <p:cNvSpPr/>
          <p:nvPr/>
        </p:nvSpPr>
        <p:spPr>
          <a:xfrm flipH="1">
            <a:off x="6104157" y="1678782"/>
            <a:ext cx="824461" cy="466169"/>
          </a:xfrm>
          <a:custGeom>
            <a:rect b="b" l="l" r="r" t="t"/>
            <a:pathLst>
              <a:path extrusionOk="0" h="10423" w="18434">
                <a:moveTo>
                  <a:pt x="4188" y="1"/>
                </a:moveTo>
                <a:cubicBezTo>
                  <a:pt x="4055" y="1"/>
                  <a:pt x="3918" y="115"/>
                  <a:pt x="3876" y="253"/>
                </a:cubicBezTo>
                <a:cubicBezTo>
                  <a:pt x="3825" y="427"/>
                  <a:pt x="3883" y="617"/>
                  <a:pt x="3941" y="790"/>
                </a:cubicBezTo>
                <a:cubicBezTo>
                  <a:pt x="4015" y="1018"/>
                  <a:pt x="4247" y="1337"/>
                  <a:pt x="3924" y="1389"/>
                </a:cubicBezTo>
                <a:cubicBezTo>
                  <a:pt x="3884" y="1395"/>
                  <a:pt x="3843" y="1398"/>
                  <a:pt x="3803" y="1398"/>
                </a:cubicBezTo>
                <a:cubicBezTo>
                  <a:pt x="3567" y="1398"/>
                  <a:pt x="3324" y="1298"/>
                  <a:pt x="3117" y="1208"/>
                </a:cubicBezTo>
                <a:cubicBezTo>
                  <a:pt x="2703" y="1031"/>
                  <a:pt x="2298" y="835"/>
                  <a:pt x="1901" y="623"/>
                </a:cubicBezTo>
                <a:cubicBezTo>
                  <a:pt x="1642" y="488"/>
                  <a:pt x="1377" y="338"/>
                  <a:pt x="1088" y="334"/>
                </a:cubicBezTo>
                <a:cubicBezTo>
                  <a:pt x="1084" y="334"/>
                  <a:pt x="1080" y="334"/>
                  <a:pt x="1075" y="334"/>
                </a:cubicBezTo>
                <a:cubicBezTo>
                  <a:pt x="655" y="334"/>
                  <a:pt x="274" y="655"/>
                  <a:pt x="139" y="1052"/>
                </a:cubicBezTo>
                <a:cubicBezTo>
                  <a:pt x="0" y="1453"/>
                  <a:pt x="85" y="1905"/>
                  <a:pt x="289" y="2279"/>
                </a:cubicBezTo>
                <a:cubicBezTo>
                  <a:pt x="493" y="2650"/>
                  <a:pt x="806" y="2949"/>
                  <a:pt x="1143" y="3211"/>
                </a:cubicBezTo>
                <a:cubicBezTo>
                  <a:pt x="1870" y="3772"/>
                  <a:pt x="2832" y="4030"/>
                  <a:pt x="3713" y="4265"/>
                </a:cubicBezTo>
                <a:cubicBezTo>
                  <a:pt x="4137" y="4377"/>
                  <a:pt x="4423" y="4510"/>
                  <a:pt x="4953" y="4842"/>
                </a:cubicBezTo>
                <a:cubicBezTo>
                  <a:pt x="5657" y="5335"/>
                  <a:pt x="9312" y="8450"/>
                  <a:pt x="11063" y="9732"/>
                </a:cubicBezTo>
                <a:cubicBezTo>
                  <a:pt x="11731" y="10221"/>
                  <a:pt x="12198" y="10423"/>
                  <a:pt x="12583" y="10423"/>
                </a:cubicBezTo>
                <a:cubicBezTo>
                  <a:pt x="13111" y="10423"/>
                  <a:pt x="13486" y="10043"/>
                  <a:pt x="14021" y="9500"/>
                </a:cubicBezTo>
                <a:cubicBezTo>
                  <a:pt x="14945" y="8562"/>
                  <a:pt x="18434" y="4155"/>
                  <a:pt x="18434" y="4155"/>
                </a:cubicBezTo>
                <a:lnTo>
                  <a:pt x="15622" y="2208"/>
                </a:lnTo>
                <a:cubicBezTo>
                  <a:pt x="14599" y="3951"/>
                  <a:pt x="12375" y="7467"/>
                  <a:pt x="12375" y="7467"/>
                </a:cubicBezTo>
                <a:cubicBezTo>
                  <a:pt x="12179" y="7314"/>
                  <a:pt x="7503" y="4387"/>
                  <a:pt x="6450" y="3082"/>
                </a:cubicBezTo>
                <a:cubicBezTo>
                  <a:pt x="6202" y="2568"/>
                  <a:pt x="6008" y="2140"/>
                  <a:pt x="5657" y="1681"/>
                </a:cubicBezTo>
                <a:cubicBezTo>
                  <a:pt x="5253" y="1154"/>
                  <a:pt x="4838" y="637"/>
                  <a:pt x="4410" y="134"/>
                </a:cubicBezTo>
                <a:cubicBezTo>
                  <a:pt x="4376" y="96"/>
                  <a:pt x="4341" y="55"/>
                  <a:pt x="4301" y="32"/>
                </a:cubicBezTo>
                <a:cubicBezTo>
                  <a:pt x="4265" y="10"/>
                  <a:pt x="4227" y="1"/>
                  <a:pt x="4188" y="1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7"/>
          <p:cNvSpPr/>
          <p:nvPr/>
        </p:nvSpPr>
        <p:spPr>
          <a:xfrm flipH="1">
            <a:off x="6046193" y="1635801"/>
            <a:ext cx="633217" cy="519034"/>
          </a:xfrm>
          <a:custGeom>
            <a:rect b="b" l="l" r="r" t="t"/>
            <a:pathLst>
              <a:path extrusionOk="0" h="11605" w="14158">
                <a:moveTo>
                  <a:pt x="13117" y="0"/>
                </a:moveTo>
                <a:lnTo>
                  <a:pt x="13117" y="0"/>
                </a:lnTo>
                <a:cubicBezTo>
                  <a:pt x="10737" y="694"/>
                  <a:pt x="10897" y="1537"/>
                  <a:pt x="9316" y="4063"/>
                </a:cubicBezTo>
                <a:cubicBezTo>
                  <a:pt x="7732" y="6589"/>
                  <a:pt x="6674" y="7735"/>
                  <a:pt x="6674" y="7735"/>
                </a:cubicBezTo>
                <a:lnTo>
                  <a:pt x="1622" y="4553"/>
                </a:lnTo>
                <a:cubicBezTo>
                  <a:pt x="1622" y="4553"/>
                  <a:pt x="569" y="5232"/>
                  <a:pt x="1" y="6626"/>
                </a:cubicBezTo>
                <a:cubicBezTo>
                  <a:pt x="1" y="6626"/>
                  <a:pt x="5080" y="10563"/>
                  <a:pt x="5787" y="11005"/>
                </a:cubicBezTo>
                <a:cubicBezTo>
                  <a:pt x="6367" y="11370"/>
                  <a:pt x="6785" y="11604"/>
                  <a:pt x="7194" y="11604"/>
                </a:cubicBezTo>
                <a:cubicBezTo>
                  <a:pt x="7494" y="11604"/>
                  <a:pt x="7790" y="11477"/>
                  <a:pt x="8140" y="11182"/>
                </a:cubicBezTo>
                <a:cubicBezTo>
                  <a:pt x="8969" y="10481"/>
                  <a:pt x="12311" y="6806"/>
                  <a:pt x="12311" y="6806"/>
                </a:cubicBezTo>
                <a:cubicBezTo>
                  <a:pt x="13838" y="5263"/>
                  <a:pt x="14157" y="1139"/>
                  <a:pt x="13117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7"/>
          <p:cNvSpPr/>
          <p:nvPr/>
        </p:nvSpPr>
        <p:spPr>
          <a:xfrm flipH="1">
            <a:off x="6065693" y="1635801"/>
            <a:ext cx="613716" cy="518989"/>
          </a:xfrm>
          <a:custGeom>
            <a:rect b="b" l="l" r="r" t="t"/>
            <a:pathLst>
              <a:path extrusionOk="0" h="11604" w="13722">
                <a:moveTo>
                  <a:pt x="13117" y="0"/>
                </a:moveTo>
                <a:cubicBezTo>
                  <a:pt x="10737" y="694"/>
                  <a:pt x="10897" y="1537"/>
                  <a:pt x="9316" y="4063"/>
                </a:cubicBezTo>
                <a:cubicBezTo>
                  <a:pt x="7732" y="6589"/>
                  <a:pt x="6674" y="7735"/>
                  <a:pt x="6674" y="7735"/>
                </a:cubicBezTo>
                <a:lnTo>
                  <a:pt x="1622" y="4553"/>
                </a:lnTo>
                <a:cubicBezTo>
                  <a:pt x="1622" y="4553"/>
                  <a:pt x="1571" y="4586"/>
                  <a:pt x="1486" y="4651"/>
                </a:cubicBezTo>
                <a:cubicBezTo>
                  <a:pt x="1207" y="4865"/>
                  <a:pt x="558" y="5436"/>
                  <a:pt x="112" y="6375"/>
                </a:cubicBezTo>
                <a:cubicBezTo>
                  <a:pt x="75" y="6456"/>
                  <a:pt x="38" y="6538"/>
                  <a:pt x="1" y="6626"/>
                </a:cubicBezTo>
                <a:cubicBezTo>
                  <a:pt x="1" y="6626"/>
                  <a:pt x="5080" y="10563"/>
                  <a:pt x="5787" y="11005"/>
                </a:cubicBezTo>
                <a:cubicBezTo>
                  <a:pt x="6368" y="11369"/>
                  <a:pt x="6786" y="11603"/>
                  <a:pt x="7194" y="11603"/>
                </a:cubicBezTo>
                <a:cubicBezTo>
                  <a:pt x="7494" y="11603"/>
                  <a:pt x="7790" y="11478"/>
                  <a:pt x="8140" y="11182"/>
                </a:cubicBezTo>
                <a:cubicBezTo>
                  <a:pt x="8969" y="10481"/>
                  <a:pt x="12311" y="6806"/>
                  <a:pt x="12311" y="6806"/>
                </a:cubicBezTo>
                <a:cubicBezTo>
                  <a:pt x="13239" y="5865"/>
                  <a:pt x="13722" y="3968"/>
                  <a:pt x="13722" y="2370"/>
                </a:cubicBezTo>
                <a:cubicBezTo>
                  <a:pt x="13722" y="1347"/>
                  <a:pt x="13522" y="445"/>
                  <a:pt x="131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7"/>
          <p:cNvSpPr/>
          <p:nvPr/>
        </p:nvSpPr>
        <p:spPr>
          <a:xfrm flipH="1">
            <a:off x="5934739" y="1742963"/>
            <a:ext cx="81400" cy="269826"/>
          </a:xfrm>
          <a:custGeom>
            <a:rect b="b" l="l" r="r" t="t"/>
            <a:pathLst>
              <a:path extrusionOk="0" h="6033" w="1820">
                <a:moveTo>
                  <a:pt x="1" y="1"/>
                </a:moveTo>
                <a:lnTo>
                  <a:pt x="785" y="1320"/>
                </a:lnTo>
                <a:lnTo>
                  <a:pt x="228" y="2656"/>
                </a:lnTo>
                <a:lnTo>
                  <a:pt x="1819" y="6032"/>
                </a:lnTo>
                <a:lnTo>
                  <a:pt x="500" y="2656"/>
                </a:lnTo>
                <a:lnTo>
                  <a:pt x="1003" y="1242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7"/>
          <p:cNvSpPr/>
          <p:nvPr/>
        </p:nvSpPr>
        <p:spPr>
          <a:xfrm flipH="1">
            <a:off x="5670638" y="1725028"/>
            <a:ext cx="54162" cy="278145"/>
          </a:xfrm>
          <a:custGeom>
            <a:rect b="b" l="l" r="r" t="t"/>
            <a:pathLst>
              <a:path extrusionOk="0" h="6219" w="1211">
                <a:moveTo>
                  <a:pt x="558" y="0"/>
                </a:moveTo>
                <a:lnTo>
                  <a:pt x="137" y="1401"/>
                </a:lnTo>
                <a:lnTo>
                  <a:pt x="935" y="2459"/>
                </a:lnTo>
                <a:lnTo>
                  <a:pt x="0" y="6219"/>
                </a:lnTo>
                <a:lnTo>
                  <a:pt x="1210" y="2415"/>
                </a:lnTo>
                <a:lnTo>
                  <a:pt x="341" y="1286"/>
                </a:lnTo>
                <a:lnTo>
                  <a:pt x="55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47"/>
          <p:cNvSpPr/>
          <p:nvPr/>
        </p:nvSpPr>
        <p:spPr>
          <a:xfrm flipH="1">
            <a:off x="5663169" y="1150084"/>
            <a:ext cx="285793" cy="285614"/>
          </a:xfrm>
          <a:custGeom>
            <a:rect b="b" l="l" r="r" t="t"/>
            <a:pathLst>
              <a:path extrusionOk="0" h="6386" w="6390">
                <a:moveTo>
                  <a:pt x="3194" y="1"/>
                </a:moveTo>
                <a:cubicBezTo>
                  <a:pt x="1433" y="1"/>
                  <a:pt x="1" y="1429"/>
                  <a:pt x="1" y="3194"/>
                </a:cubicBezTo>
                <a:cubicBezTo>
                  <a:pt x="1" y="4958"/>
                  <a:pt x="1433" y="6386"/>
                  <a:pt x="3194" y="6386"/>
                </a:cubicBezTo>
                <a:cubicBezTo>
                  <a:pt x="4958" y="6386"/>
                  <a:pt x="6390" y="4958"/>
                  <a:pt x="6390" y="3194"/>
                </a:cubicBezTo>
                <a:cubicBezTo>
                  <a:pt x="6390" y="1429"/>
                  <a:pt x="4958" y="1"/>
                  <a:pt x="319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7"/>
          <p:cNvSpPr/>
          <p:nvPr/>
        </p:nvSpPr>
        <p:spPr>
          <a:xfrm flipH="1">
            <a:off x="5992076" y="1394463"/>
            <a:ext cx="60871" cy="149516"/>
          </a:xfrm>
          <a:custGeom>
            <a:rect b="b" l="l" r="r" t="t"/>
            <a:pathLst>
              <a:path extrusionOk="0" h="3343" w="1361">
                <a:moveTo>
                  <a:pt x="0" y="1"/>
                </a:moveTo>
                <a:lnTo>
                  <a:pt x="0" y="1"/>
                </a:lnTo>
                <a:cubicBezTo>
                  <a:pt x="0" y="1"/>
                  <a:pt x="518" y="2431"/>
                  <a:pt x="725" y="2829"/>
                </a:cubicBezTo>
                <a:cubicBezTo>
                  <a:pt x="932" y="3230"/>
                  <a:pt x="1360" y="3343"/>
                  <a:pt x="1360" y="3343"/>
                </a:cubicBezTo>
                <a:lnTo>
                  <a:pt x="1326" y="1632"/>
                </a:lnTo>
                <a:lnTo>
                  <a:pt x="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7"/>
          <p:cNvSpPr/>
          <p:nvPr/>
        </p:nvSpPr>
        <p:spPr>
          <a:xfrm flipH="1">
            <a:off x="6009251" y="1238238"/>
            <a:ext cx="78045" cy="161323"/>
          </a:xfrm>
          <a:custGeom>
            <a:rect b="b" l="l" r="r" t="t"/>
            <a:pathLst>
              <a:path extrusionOk="0" h="3607" w="1745">
                <a:moveTo>
                  <a:pt x="1287" y="0"/>
                </a:moveTo>
                <a:cubicBezTo>
                  <a:pt x="1096" y="0"/>
                  <a:pt x="731" y="47"/>
                  <a:pt x="426" y="359"/>
                </a:cubicBezTo>
                <a:cubicBezTo>
                  <a:pt x="0" y="794"/>
                  <a:pt x="238" y="2158"/>
                  <a:pt x="768" y="3494"/>
                </a:cubicBezTo>
                <a:lnTo>
                  <a:pt x="1744" y="3606"/>
                </a:lnTo>
                <a:lnTo>
                  <a:pt x="1744" y="3606"/>
                </a:lnTo>
                <a:lnTo>
                  <a:pt x="1418" y="9"/>
                </a:lnTo>
                <a:cubicBezTo>
                  <a:pt x="1418" y="9"/>
                  <a:pt x="1368" y="0"/>
                  <a:pt x="12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47"/>
          <p:cNvSpPr/>
          <p:nvPr/>
        </p:nvSpPr>
        <p:spPr>
          <a:xfrm flipH="1">
            <a:off x="5679001" y="1171552"/>
            <a:ext cx="430657" cy="559107"/>
          </a:xfrm>
          <a:custGeom>
            <a:rect b="b" l="l" r="r" t="t"/>
            <a:pathLst>
              <a:path extrusionOk="0" h="12501" w="9629">
                <a:moveTo>
                  <a:pt x="6227" y="0"/>
                </a:moveTo>
                <a:cubicBezTo>
                  <a:pt x="5320" y="0"/>
                  <a:pt x="4384" y="270"/>
                  <a:pt x="3679" y="715"/>
                </a:cubicBezTo>
                <a:cubicBezTo>
                  <a:pt x="1830" y="1877"/>
                  <a:pt x="2533" y="5097"/>
                  <a:pt x="2533" y="5097"/>
                </a:cubicBezTo>
                <a:cubicBezTo>
                  <a:pt x="2508" y="5112"/>
                  <a:pt x="2482" y="5119"/>
                  <a:pt x="2455" y="5119"/>
                </a:cubicBezTo>
                <a:cubicBezTo>
                  <a:pt x="2269" y="5119"/>
                  <a:pt x="2030" y="4806"/>
                  <a:pt x="1819" y="4587"/>
                </a:cubicBezTo>
                <a:cubicBezTo>
                  <a:pt x="1692" y="4453"/>
                  <a:pt x="1415" y="4294"/>
                  <a:pt x="1123" y="4294"/>
                </a:cubicBezTo>
                <a:cubicBezTo>
                  <a:pt x="860" y="4294"/>
                  <a:pt x="585" y="4423"/>
                  <a:pt x="398" y="4815"/>
                </a:cubicBezTo>
                <a:cubicBezTo>
                  <a:pt x="0" y="5658"/>
                  <a:pt x="745" y="6773"/>
                  <a:pt x="1364" y="6966"/>
                </a:cubicBezTo>
                <a:cubicBezTo>
                  <a:pt x="1573" y="7032"/>
                  <a:pt x="1748" y="7058"/>
                  <a:pt x="1893" y="7058"/>
                </a:cubicBezTo>
                <a:cubicBezTo>
                  <a:pt x="2489" y="7058"/>
                  <a:pt x="2594" y="6616"/>
                  <a:pt x="2594" y="6616"/>
                </a:cubicBezTo>
                <a:lnTo>
                  <a:pt x="2673" y="10584"/>
                </a:lnTo>
                <a:cubicBezTo>
                  <a:pt x="3362" y="11471"/>
                  <a:pt x="4857" y="12500"/>
                  <a:pt x="5776" y="12500"/>
                </a:cubicBezTo>
                <a:cubicBezTo>
                  <a:pt x="5840" y="12500"/>
                  <a:pt x="5902" y="12495"/>
                  <a:pt x="5960" y="12485"/>
                </a:cubicBezTo>
                <a:cubicBezTo>
                  <a:pt x="6674" y="12359"/>
                  <a:pt x="6831" y="11156"/>
                  <a:pt x="6148" y="10367"/>
                </a:cubicBezTo>
                <a:lnTo>
                  <a:pt x="6144" y="9193"/>
                </a:lnTo>
                <a:lnTo>
                  <a:pt x="6144" y="9193"/>
                </a:lnTo>
                <a:cubicBezTo>
                  <a:pt x="6144" y="9193"/>
                  <a:pt x="6770" y="9288"/>
                  <a:pt x="7261" y="9288"/>
                </a:cubicBezTo>
                <a:cubicBezTo>
                  <a:pt x="7381" y="9288"/>
                  <a:pt x="7493" y="9282"/>
                  <a:pt x="7585" y="9268"/>
                </a:cubicBezTo>
                <a:cubicBezTo>
                  <a:pt x="8371" y="9146"/>
                  <a:pt x="8864" y="8527"/>
                  <a:pt x="9101" y="7677"/>
                </a:cubicBezTo>
                <a:cubicBezTo>
                  <a:pt x="9482" y="6310"/>
                  <a:pt x="9628" y="5209"/>
                  <a:pt x="9305" y="2527"/>
                </a:cubicBezTo>
                <a:cubicBezTo>
                  <a:pt x="9085" y="707"/>
                  <a:pt x="7693" y="0"/>
                  <a:pt x="6227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47"/>
          <p:cNvSpPr/>
          <p:nvPr/>
        </p:nvSpPr>
        <p:spPr>
          <a:xfrm flipH="1">
            <a:off x="5663169" y="1129645"/>
            <a:ext cx="380207" cy="284630"/>
          </a:xfrm>
          <a:custGeom>
            <a:rect b="b" l="l" r="r" t="t"/>
            <a:pathLst>
              <a:path extrusionOk="0" h="6364" w="8501">
                <a:moveTo>
                  <a:pt x="2986" y="1"/>
                </a:moveTo>
                <a:cubicBezTo>
                  <a:pt x="1575" y="1"/>
                  <a:pt x="1057" y="510"/>
                  <a:pt x="667" y="938"/>
                </a:cubicBezTo>
                <a:cubicBezTo>
                  <a:pt x="18" y="1652"/>
                  <a:pt x="436" y="2437"/>
                  <a:pt x="436" y="2437"/>
                </a:cubicBezTo>
                <a:cubicBezTo>
                  <a:pt x="436" y="2437"/>
                  <a:pt x="1" y="5214"/>
                  <a:pt x="337" y="5524"/>
                </a:cubicBezTo>
                <a:cubicBezTo>
                  <a:pt x="582" y="5744"/>
                  <a:pt x="956" y="6364"/>
                  <a:pt x="1055" y="6364"/>
                </a:cubicBezTo>
                <a:cubicBezTo>
                  <a:pt x="1385" y="6356"/>
                  <a:pt x="1527" y="4925"/>
                  <a:pt x="1697" y="4086"/>
                </a:cubicBezTo>
                <a:cubicBezTo>
                  <a:pt x="1883" y="3180"/>
                  <a:pt x="1960" y="2817"/>
                  <a:pt x="2272" y="2817"/>
                </a:cubicBezTo>
                <a:cubicBezTo>
                  <a:pt x="2291" y="2817"/>
                  <a:pt x="2312" y="2818"/>
                  <a:pt x="2333" y="2821"/>
                </a:cubicBezTo>
                <a:cubicBezTo>
                  <a:pt x="2522" y="2848"/>
                  <a:pt x="3571" y="2947"/>
                  <a:pt x="4611" y="2947"/>
                </a:cubicBezTo>
                <a:cubicBezTo>
                  <a:pt x="5026" y="2947"/>
                  <a:pt x="5440" y="2931"/>
                  <a:pt x="5797" y="2889"/>
                </a:cubicBezTo>
                <a:cubicBezTo>
                  <a:pt x="7048" y="2736"/>
                  <a:pt x="7525" y="2430"/>
                  <a:pt x="7525" y="2430"/>
                </a:cubicBezTo>
                <a:cubicBezTo>
                  <a:pt x="8341" y="1784"/>
                  <a:pt x="8501" y="873"/>
                  <a:pt x="8303" y="53"/>
                </a:cubicBezTo>
                <a:lnTo>
                  <a:pt x="8303" y="53"/>
                </a:lnTo>
                <a:cubicBezTo>
                  <a:pt x="7799" y="301"/>
                  <a:pt x="7250" y="385"/>
                  <a:pt x="6680" y="385"/>
                </a:cubicBezTo>
                <a:cubicBezTo>
                  <a:pt x="5762" y="385"/>
                  <a:pt x="4791" y="166"/>
                  <a:pt x="3870" y="57"/>
                </a:cubicBezTo>
                <a:cubicBezTo>
                  <a:pt x="3541" y="18"/>
                  <a:pt x="3248" y="1"/>
                  <a:pt x="29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7"/>
          <p:cNvSpPr/>
          <p:nvPr/>
        </p:nvSpPr>
        <p:spPr>
          <a:xfrm flipH="1">
            <a:off x="6016228" y="1203263"/>
            <a:ext cx="60468" cy="45128"/>
          </a:xfrm>
          <a:custGeom>
            <a:rect b="b" l="l" r="r" t="t"/>
            <a:pathLst>
              <a:path extrusionOk="0" h="1009" w="1352">
                <a:moveTo>
                  <a:pt x="592" y="1"/>
                </a:moveTo>
                <a:cubicBezTo>
                  <a:pt x="351" y="1"/>
                  <a:pt x="118" y="136"/>
                  <a:pt x="1" y="373"/>
                </a:cubicBezTo>
                <a:lnTo>
                  <a:pt x="1181" y="1008"/>
                </a:lnTo>
                <a:cubicBezTo>
                  <a:pt x="1351" y="668"/>
                  <a:pt x="1222" y="254"/>
                  <a:pt x="895" y="77"/>
                </a:cubicBezTo>
                <a:cubicBezTo>
                  <a:pt x="798" y="25"/>
                  <a:pt x="694" y="1"/>
                  <a:pt x="5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7"/>
          <p:cNvSpPr/>
          <p:nvPr/>
        </p:nvSpPr>
        <p:spPr>
          <a:xfrm flipH="1">
            <a:off x="5834868" y="1514909"/>
            <a:ext cx="143701" cy="88690"/>
          </a:xfrm>
          <a:custGeom>
            <a:rect b="b" l="l" r="r" t="t"/>
            <a:pathLst>
              <a:path extrusionOk="0" h="1983" w="3213">
                <a:moveTo>
                  <a:pt x="0" y="0"/>
                </a:moveTo>
                <a:cubicBezTo>
                  <a:pt x="0" y="0"/>
                  <a:pt x="116" y="521"/>
                  <a:pt x="483" y="990"/>
                </a:cubicBezTo>
                <a:cubicBezTo>
                  <a:pt x="932" y="1561"/>
                  <a:pt x="3213" y="1982"/>
                  <a:pt x="3213" y="1982"/>
                </a:cubicBezTo>
                <a:lnTo>
                  <a:pt x="3213" y="1516"/>
                </a:lnTo>
                <a:cubicBezTo>
                  <a:pt x="3213" y="1516"/>
                  <a:pt x="1462" y="1163"/>
                  <a:pt x="850" y="837"/>
                </a:cubicBezTo>
                <a:cubicBezTo>
                  <a:pt x="438" y="619"/>
                  <a:pt x="102" y="242"/>
                  <a:pt x="0" y="0"/>
                </a:cubicBez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7"/>
          <p:cNvSpPr/>
          <p:nvPr/>
        </p:nvSpPr>
        <p:spPr>
          <a:xfrm flipH="1">
            <a:off x="5853697" y="1363424"/>
            <a:ext cx="31397" cy="32783"/>
          </a:xfrm>
          <a:custGeom>
            <a:rect b="b" l="l" r="r" t="t"/>
            <a:pathLst>
              <a:path extrusionOk="0" h="733" w="702">
                <a:moveTo>
                  <a:pt x="351" y="1"/>
                </a:moveTo>
                <a:cubicBezTo>
                  <a:pt x="157" y="1"/>
                  <a:pt x="1" y="164"/>
                  <a:pt x="1" y="365"/>
                </a:cubicBezTo>
                <a:cubicBezTo>
                  <a:pt x="1" y="569"/>
                  <a:pt x="157" y="732"/>
                  <a:pt x="351" y="732"/>
                </a:cubicBezTo>
                <a:cubicBezTo>
                  <a:pt x="545" y="732"/>
                  <a:pt x="702" y="569"/>
                  <a:pt x="702" y="368"/>
                </a:cubicBezTo>
                <a:cubicBezTo>
                  <a:pt x="702" y="167"/>
                  <a:pt x="545" y="1"/>
                  <a:pt x="351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7"/>
          <p:cNvSpPr/>
          <p:nvPr/>
        </p:nvSpPr>
        <p:spPr>
          <a:xfrm flipH="1">
            <a:off x="5870245" y="1309977"/>
            <a:ext cx="38732" cy="29161"/>
          </a:xfrm>
          <a:custGeom>
            <a:rect b="b" l="l" r="r" t="t"/>
            <a:pathLst>
              <a:path extrusionOk="0" h="652" w="866">
                <a:moveTo>
                  <a:pt x="487" y="1"/>
                </a:moveTo>
                <a:cubicBezTo>
                  <a:pt x="419" y="1"/>
                  <a:pt x="350" y="18"/>
                  <a:pt x="287" y="54"/>
                </a:cubicBezTo>
                <a:cubicBezTo>
                  <a:pt x="79" y="169"/>
                  <a:pt x="1" y="435"/>
                  <a:pt x="114" y="652"/>
                </a:cubicBezTo>
                <a:lnTo>
                  <a:pt x="865" y="237"/>
                </a:lnTo>
                <a:cubicBezTo>
                  <a:pt x="787" y="86"/>
                  <a:pt x="639" y="1"/>
                  <a:pt x="48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47"/>
          <p:cNvSpPr/>
          <p:nvPr/>
        </p:nvSpPr>
        <p:spPr>
          <a:xfrm flipH="1">
            <a:off x="5806110" y="1488431"/>
            <a:ext cx="39403" cy="26522"/>
          </a:xfrm>
          <a:custGeom>
            <a:rect b="b" l="l" r="r" t="t"/>
            <a:pathLst>
              <a:path extrusionOk="0" h="593" w="881">
                <a:moveTo>
                  <a:pt x="82" y="1"/>
                </a:moveTo>
                <a:lnTo>
                  <a:pt x="82" y="1"/>
                </a:lnTo>
                <a:cubicBezTo>
                  <a:pt x="0" y="228"/>
                  <a:pt x="115" y="484"/>
                  <a:pt x="336" y="565"/>
                </a:cubicBezTo>
                <a:cubicBezTo>
                  <a:pt x="385" y="584"/>
                  <a:pt x="434" y="593"/>
                  <a:pt x="483" y="593"/>
                </a:cubicBezTo>
                <a:cubicBezTo>
                  <a:pt x="657" y="593"/>
                  <a:pt x="819" y="480"/>
                  <a:pt x="881" y="300"/>
                </a:cubicBezTo>
                <a:lnTo>
                  <a:pt x="82" y="1"/>
                </a:ln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7"/>
          <p:cNvSpPr/>
          <p:nvPr/>
        </p:nvSpPr>
        <p:spPr>
          <a:xfrm flipH="1">
            <a:off x="5707268" y="1302061"/>
            <a:ext cx="36988" cy="31621"/>
          </a:xfrm>
          <a:custGeom>
            <a:rect b="b" l="l" r="r" t="t"/>
            <a:pathLst>
              <a:path extrusionOk="0" h="707" w="827">
                <a:moveTo>
                  <a:pt x="343" y="0"/>
                </a:moveTo>
                <a:cubicBezTo>
                  <a:pt x="212" y="0"/>
                  <a:pt x="84" y="62"/>
                  <a:pt x="0" y="180"/>
                </a:cubicBezTo>
                <a:lnTo>
                  <a:pt x="687" y="706"/>
                </a:lnTo>
                <a:cubicBezTo>
                  <a:pt x="826" y="510"/>
                  <a:pt x="785" y="234"/>
                  <a:pt x="595" y="88"/>
                </a:cubicBezTo>
                <a:cubicBezTo>
                  <a:pt x="520" y="29"/>
                  <a:pt x="431" y="0"/>
                  <a:pt x="343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7"/>
          <p:cNvSpPr/>
          <p:nvPr/>
        </p:nvSpPr>
        <p:spPr>
          <a:xfrm flipH="1">
            <a:off x="5722921" y="1359041"/>
            <a:ext cx="31531" cy="32739"/>
          </a:xfrm>
          <a:custGeom>
            <a:rect b="b" l="l" r="r" t="t"/>
            <a:pathLst>
              <a:path extrusionOk="0" h="732" w="705">
                <a:moveTo>
                  <a:pt x="351" y="0"/>
                </a:moveTo>
                <a:cubicBezTo>
                  <a:pt x="157" y="0"/>
                  <a:pt x="1" y="163"/>
                  <a:pt x="1" y="364"/>
                </a:cubicBezTo>
                <a:cubicBezTo>
                  <a:pt x="1" y="565"/>
                  <a:pt x="157" y="728"/>
                  <a:pt x="351" y="731"/>
                </a:cubicBezTo>
                <a:cubicBezTo>
                  <a:pt x="544" y="731"/>
                  <a:pt x="704" y="568"/>
                  <a:pt x="704" y="367"/>
                </a:cubicBezTo>
                <a:cubicBezTo>
                  <a:pt x="704" y="163"/>
                  <a:pt x="544" y="0"/>
                  <a:pt x="35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7"/>
          <p:cNvSpPr/>
          <p:nvPr/>
        </p:nvSpPr>
        <p:spPr>
          <a:xfrm flipH="1">
            <a:off x="5748504" y="1360562"/>
            <a:ext cx="54609" cy="94459"/>
          </a:xfrm>
          <a:custGeom>
            <a:rect b="b" l="l" r="r" t="t"/>
            <a:pathLst>
              <a:path extrusionOk="0" h="2112" w="1221">
                <a:moveTo>
                  <a:pt x="0" y="1"/>
                </a:moveTo>
                <a:lnTo>
                  <a:pt x="116" y="2111"/>
                </a:lnTo>
                <a:lnTo>
                  <a:pt x="1221" y="1734"/>
                </a:lnTo>
                <a:lnTo>
                  <a:pt x="0" y="1"/>
                </a:ln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7"/>
          <p:cNvSpPr/>
          <p:nvPr/>
        </p:nvSpPr>
        <p:spPr>
          <a:xfrm flipH="1">
            <a:off x="5786028" y="1679587"/>
            <a:ext cx="148755" cy="75943"/>
          </a:xfrm>
          <a:custGeom>
            <a:rect b="b" l="l" r="r" t="t"/>
            <a:pathLst>
              <a:path extrusionOk="0" h="1698" w="3326">
                <a:moveTo>
                  <a:pt x="2128" y="1"/>
                </a:moveTo>
                <a:lnTo>
                  <a:pt x="2034" y="955"/>
                </a:lnTo>
                <a:lnTo>
                  <a:pt x="898" y="98"/>
                </a:lnTo>
                <a:lnTo>
                  <a:pt x="0" y="993"/>
                </a:lnTo>
                <a:cubicBezTo>
                  <a:pt x="360" y="1369"/>
                  <a:pt x="1112" y="1697"/>
                  <a:pt x="1786" y="1697"/>
                </a:cubicBezTo>
                <a:cubicBezTo>
                  <a:pt x="1856" y="1697"/>
                  <a:pt x="1925" y="1694"/>
                  <a:pt x="1993" y="1686"/>
                </a:cubicBezTo>
                <a:cubicBezTo>
                  <a:pt x="2713" y="1605"/>
                  <a:pt x="3111" y="1394"/>
                  <a:pt x="3325" y="884"/>
                </a:cubicBezTo>
                <a:lnTo>
                  <a:pt x="2128" y="1"/>
                </a:ln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7"/>
          <p:cNvSpPr/>
          <p:nvPr/>
        </p:nvSpPr>
        <p:spPr>
          <a:xfrm flipH="1">
            <a:off x="5786028" y="1679587"/>
            <a:ext cx="148755" cy="72544"/>
          </a:xfrm>
          <a:custGeom>
            <a:rect b="b" l="l" r="r" t="t"/>
            <a:pathLst>
              <a:path extrusionOk="0" h="1622" w="3326">
                <a:moveTo>
                  <a:pt x="2128" y="1"/>
                </a:moveTo>
                <a:lnTo>
                  <a:pt x="2034" y="955"/>
                </a:lnTo>
                <a:lnTo>
                  <a:pt x="2034" y="955"/>
                </a:lnTo>
                <a:lnTo>
                  <a:pt x="2761" y="605"/>
                </a:lnTo>
                <a:cubicBezTo>
                  <a:pt x="2761" y="605"/>
                  <a:pt x="2903" y="1003"/>
                  <a:pt x="2894" y="1421"/>
                </a:cubicBezTo>
                <a:cubicBezTo>
                  <a:pt x="3087" y="1295"/>
                  <a:pt x="3227" y="1123"/>
                  <a:pt x="3325" y="884"/>
                </a:cubicBezTo>
                <a:lnTo>
                  <a:pt x="2128" y="1"/>
                </a:lnTo>
                <a:close/>
                <a:moveTo>
                  <a:pt x="898" y="98"/>
                </a:moveTo>
                <a:lnTo>
                  <a:pt x="21" y="969"/>
                </a:lnTo>
                <a:lnTo>
                  <a:pt x="0" y="993"/>
                </a:lnTo>
                <a:cubicBezTo>
                  <a:pt x="255" y="1261"/>
                  <a:pt x="711" y="1503"/>
                  <a:pt x="1193" y="1622"/>
                </a:cubicBezTo>
                <a:cubicBezTo>
                  <a:pt x="1095" y="1388"/>
                  <a:pt x="1037" y="1126"/>
                  <a:pt x="1047" y="843"/>
                </a:cubicBezTo>
                <a:lnTo>
                  <a:pt x="1047" y="843"/>
                </a:lnTo>
                <a:lnTo>
                  <a:pt x="2034" y="955"/>
                </a:lnTo>
                <a:lnTo>
                  <a:pt x="898" y="98"/>
                </a:ln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7"/>
          <p:cNvSpPr/>
          <p:nvPr/>
        </p:nvSpPr>
        <p:spPr>
          <a:xfrm flipH="1">
            <a:off x="5803247" y="1706646"/>
            <a:ext cx="85917" cy="84575"/>
          </a:xfrm>
          <a:custGeom>
            <a:rect b="b" l="l" r="r" t="t"/>
            <a:pathLst>
              <a:path extrusionOk="0" h="1891" w="1921">
                <a:moveTo>
                  <a:pt x="1741" y="0"/>
                </a:moveTo>
                <a:lnTo>
                  <a:pt x="1014" y="350"/>
                </a:lnTo>
                <a:lnTo>
                  <a:pt x="27" y="238"/>
                </a:lnTo>
                <a:lnTo>
                  <a:pt x="27" y="238"/>
                </a:lnTo>
                <a:cubicBezTo>
                  <a:pt x="0" y="925"/>
                  <a:pt x="385" y="1489"/>
                  <a:pt x="765" y="1843"/>
                </a:cubicBezTo>
                <a:cubicBezTo>
                  <a:pt x="881" y="1877"/>
                  <a:pt x="986" y="1890"/>
                  <a:pt x="1079" y="1890"/>
                </a:cubicBezTo>
                <a:cubicBezTo>
                  <a:pt x="1374" y="1890"/>
                  <a:pt x="1540" y="1758"/>
                  <a:pt x="1540" y="1758"/>
                </a:cubicBezTo>
                <a:cubicBezTo>
                  <a:pt x="1540" y="1758"/>
                  <a:pt x="1799" y="1456"/>
                  <a:pt x="1860" y="959"/>
                </a:cubicBezTo>
                <a:cubicBezTo>
                  <a:pt x="1921" y="493"/>
                  <a:pt x="1741" y="0"/>
                  <a:pt x="174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7"/>
          <p:cNvSpPr/>
          <p:nvPr/>
        </p:nvSpPr>
        <p:spPr>
          <a:xfrm flipH="1">
            <a:off x="5763845" y="1785228"/>
            <a:ext cx="112126" cy="417642"/>
          </a:xfrm>
          <a:custGeom>
            <a:rect b="b" l="l" r="r" t="t"/>
            <a:pathLst>
              <a:path extrusionOk="0" h="9338" w="2507">
                <a:moveTo>
                  <a:pt x="1245" y="1"/>
                </a:moveTo>
                <a:lnTo>
                  <a:pt x="470" y="86"/>
                </a:lnTo>
                <a:cubicBezTo>
                  <a:pt x="470" y="86"/>
                  <a:pt x="1" y="6740"/>
                  <a:pt x="14" y="7209"/>
                </a:cubicBezTo>
                <a:cubicBezTo>
                  <a:pt x="28" y="7679"/>
                  <a:pt x="889" y="9337"/>
                  <a:pt x="1337" y="9337"/>
                </a:cubicBezTo>
                <a:cubicBezTo>
                  <a:pt x="1339" y="9337"/>
                  <a:pt x="1341" y="9337"/>
                  <a:pt x="1344" y="9337"/>
                </a:cubicBezTo>
                <a:cubicBezTo>
                  <a:pt x="1789" y="9323"/>
                  <a:pt x="2506" y="7477"/>
                  <a:pt x="2459" y="6957"/>
                </a:cubicBezTo>
                <a:cubicBezTo>
                  <a:pt x="2412" y="6437"/>
                  <a:pt x="1245" y="1"/>
                  <a:pt x="124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7"/>
          <p:cNvSpPr/>
          <p:nvPr/>
        </p:nvSpPr>
        <p:spPr>
          <a:xfrm flipH="1">
            <a:off x="5820288" y="1785228"/>
            <a:ext cx="45" cy="224"/>
          </a:xfrm>
          <a:custGeom>
            <a:rect b="b" l="l" r="r" t="t"/>
            <a:pathLst>
              <a:path extrusionOk="0" h="5" w="1">
                <a:moveTo>
                  <a:pt x="1" y="1"/>
                </a:moveTo>
                <a:lnTo>
                  <a:pt x="1" y="1"/>
                </a:lnTo>
                <a:lnTo>
                  <a:pt x="1" y="5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7"/>
          <p:cNvSpPr/>
          <p:nvPr/>
        </p:nvSpPr>
        <p:spPr>
          <a:xfrm flipH="1">
            <a:off x="5819483" y="1785989"/>
            <a:ext cx="626" cy="3846"/>
          </a:xfrm>
          <a:custGeom>
            <a:rect b="b" l="l" r="r" t="t"/>
            <a:pathLst>
              <a:path extrusionOk="0" h="86" w="14">
                <a:moveTo>
                  <a:pt x="0" y="1"/>
                </a:moveTo>
                <a:lnTo>
                  <a:pt x="8" y="54"/>
                </a:lnTo>
                <a:lnTo>
                  <a:pt x="8" y="54"/>
                </a:lnTo>
                <a:cubicBezTo>
                  <a:pt x="5" y="30"/>
                  <a:pt x="2" y="13"/>
                  <a:pt x="0" y="1"/>
                </a:cubicBezTo>
                <a:close/>
                <a:moveTo>
                  <a:pt x="8" y="54"/>
                </a:moveTo>
                <a:cubicBezTo>
                  <a:pt x="10" y="64"/>
                  <a:pt x="11" y="74"/>
                  <a:pt x="13" y="86"/>
                </a:cubicBezTo>
                <a:lnTo>
                  <a:pt x="8" y="54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7"/>
          <p:cNvSpPr/>
          <p:nvPr/>
        </p:nvSpPr>
        <p:spPr>
          <a:xfrm flipH="1">
            <a:off x="5819483" y="1785228"/>
            <a:ext cx="35959" cy="13283"/>
          </a:xfrm>
          <a:custGeom>
            <a:rect b="b" l="l" r="r" t="t"/>
            <a:pathLst>
              <a:path extrusionOk="0" h="297" w="804">
                <a:moveTo>
                  <a:pt x="786" y="1"/>
                </a:moveTo>
                <a:cubicBezTo>
                  <a:pt x="630" y="117"/>
                  <a:pt x="470" y="151"/>
                  <a:pt x="334" y="151"/>
                </a:cubicBezTo>
                <a:cubicBezTo>
                  <a:pt x="147" y="151"/>
                  <a:pt x="11" y="86"/>
                  <a:pt x="11" y="86"/>
                </a:cubicBezTo>
                <a:lnTo>
                  <a:pt x="1" y="263"/>
                </a:lnTo>
                <a:cubicBezTo>
                  <a:pt x="89" y="286"/>
                  <a:pt x="174" y="297"/>
                  <a:pt x="252" y="297"/>
                </a:cubicBezTo>
                <a:cubicBezTo>
                  <a:pt x="589" y="297"/>
                  <a:pt x="803" y="103"/>
                  <a:pt x="803" y="103"/>
                </a:cubicBezTo>
                <a:cubicBezTo>
                  <a:pt x="797" y="62"/>
                  <a:pt x="793" y="35"/>
                  <a:pt x="790" y="18"/>
                </a:cubicBezTo>
                <a:lnTo>
                  <a:pt x="790" y="15"/>
                </a:lnTo>
                <a:lnTo>
                  <a:pt x="790" y="11"/>
                </a:lnTo>
                <a:lnTo>
                  <a:pt x="790" y="8"/>
                </a:lnTo>
                <a:lnTo>
                  <a:pt x="786" y="8"/>
                </a:lnTo>
                <a:lnTo>
                  <a:pt x="786" y="5"/>
                </a:lnTo>
                <a:lnTo>
                  <a:pt x="786" y="1"/>
                </a:ln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47"/>
          <p:cNvSpPr/>
          <p:nvPr/>
        </p:nvSpPr>
        <p:spPr>
          <a:xfrm flipH="1">
            <a:off x="5843813" y="1577077"/>
            <a:ext cx="189500" cy="195269"/>
          </a:xfrm>
          <a:custGeom>
            <a:rect b="b" l="l" r="r" t="t"/>
            <a:pathLst>
              <a:path extrusionOk="0" h="4366" w="4237">
                <a:moveTo>
                  <a:pt x="935" y="1"/>
                </a:moveTo>
                <a:cubicBezTo>
                  <a:pt x="935" y="1"/>
                  <a:pt x="170" y="293"/>
                  <a:pt x="0" y="1640"/>
                </a:cubicBezTo>
                <a:cubicBezTo>
                  <a:pt x="466" y="2727"/>
                  <a:pt x="1316" y="3655"/>
                  <a:pt x="2560" y="4366"/>
                </a:cubicBezTo>
                <a:lnTo>
                  <a:pt x="3250" y="3135"/>
                </a:lnTo>
                <a:lnTo>
                  <a:pt x="4237" y="3247"/>
                </a:lnTo>
                <a:lnTo>
                  <a:pt x="4237" y="3247"/>
                </a:lnTo>
                <a:lnTo>
                  <a:pt x="948" y="746"/>
                </a:lnTo>
                <a:lnTo>
                  <a:pt x="935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7"/>
          <p:cNvSpPr/>
          <p:nvPr/>
        </p:nvSpPr>
        <p:spPr>
          <a:xfrm flipH="1">
            <a:off x="5772656" y="1592462"/>
            <a:ext cx="71202" cy="146161"/>
          </a:xfrm>
          <a:custGeom>
            <a:rect b="b" l="l" r="r" t="t"/>
            <a:pathLst>
              <a:path extrusionOk="0" h="3268" w="1592">
                <a:moveTo>
                  <a:pt x="201" y="0"/>
                </a:moveTo>
                <a:lnTo>
                  <a:pt x="205" y="956"/>
                </a:lnTo>
                <a:cubicBezTo>
                  <a:pt x="205" y="956"/>
                  <a:pt x="68" y="2214"/>
                  <a:pt x="1" y="2903"/>
                </a:cubicBezTo>
                <a:lnTo>
                  <a:pt x="728" y="2553"/>
                </a:lnTo>
                <a:lnTo>
                  <a:pt x="1517" y="3267"/>
                </a:lnTo>
                <a:cubicBezTo>
                  <a:pt x="1517" y="3267"/>
                  <a:pt x="1592" y="1194"/>
                  <a:pt x="1261" y="650"/>
                </a:cubicBezTo>
                <a:cubicBezTo>
                  <a:pt x="932" y="105"/>
                  <a:pt x="201" y="0"/>
                  <a:pt x="20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47"/>
          <p:cNvSpPr/>
          <p:nvPr/>
        </p:nvSpPr>
        <p:spPr>
          <a:xfrm>
            <a:off x="10875" y="1400550"/>
            <a:ext cx="4321500" cy="181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575" name="Google Shape;575;p47"/>
          <p:cNvSpPr txBox="1"/>
          <p:nvPr>
            <p:ph idx="4294967295" type="ctrTitle"/>
          </p:nvPr>
        </p:nvSpPr>
        <p:spPr>
          <a:xfrm>
            <a:off x="802275" y="1543275"/>
            <a:ext cx="2919900" cy="14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5"/>
                </a:solidFill>
              </a:rPr>
              <a:t>Haziq zahid</a:t>
            </a:r>
            <a:endParaRPr sz="37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5"/>
                </a:solidFill>
              </a:rPr>
              <a:t>Sql instructor</a:t>
            </a:r>
            <a:endParaRPr sz="37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EFEFEF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8"/>
          <p:cNvSpPr txBox="1"/>
          <p:nvPr>
            <p:ph type="ctrTitle"/>
          </p:nvPr>
        </p:nvSpPr>
        <p:spPr>
          <a:xfrm flipH="1">
            <a:off x="6337200" y="360650"/>
            <a:ext cx="18582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</a:t>
            </a:r>
            <a:endParaRPr/>
          </a:p>
        </p:txBody>
      </p:sp>
      <p:grpSp>
        <p:nvGrpSpPr>
          <p:cNvPr id="581" name="Google Shape;581;p48"/>
          <p:cNvGrpSpPr/>
          <p:nvPr/>
        </p:nvGrpSpPr>
        <p:grpSpPr>
          <a:xfrm>
            <a:off x="879600" y="3582231"/>
            <a:ext cx="705302" cy="577255"/>
            <a:chOff x="1166870" y="3582231"/>
            <a:chExt cx="705302" cy="577255"/>
          </a:xfrm>
        </p:grpSpPr>
        <p:sp>
          <p:nvSpPr>
            <p:cNvPr id="582" name="Google Shape;582;p48"/>
            <p:cNvSpPr/>
            <p:nvPr/>
          </p:nvSpPr>
          <p:spPr>
            <a:xfrm>
              <a:off x="1167274" y="3582231"/>
              <a:ext cx="704898" cy="401651"/>
            </a:xfrm>
            <a:custGeom>
              <a:rect b="b" l="l" r="r" t="t"/>
              <a:pathLst>
                <a:path extrusionOk="0" h="9947" w="17457">
                  <a:moveTo>
                    <a:pt x="8766" y="0"/>
                  </a:moveTo>
                  <a:lnTo>
                    <a:pt x="1" y="4976"/>
                  </a:lnTo>
                  <a:lnTo>
                    <a:pt x="8691" y="9947"/>
                  </a:lnTo>
                  <a:lnTo>
                    <a:pt x="17456" y="4976"/>
                  </a:lnTo>
                  <a:lnTo>
                    <a:pt x="87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8"/>
            <p:cNvSpPr/>
            <p:nvPr/>
          </p:nvSpPr>
          <p:spPr>
            <a:xfrm>
              <a:off x="1515929" y="3782385"/>
              <a:ext cx="354125" cy="377101"/>
            </a:xfrm>
            <a:custGeom>
              <a:rect b="b" l="l" r="r" t="t"/>
              <a:pathLst>
                <a:path extrusionOk="0" h="9339" w="8770">
                  <a:moveTo>
                    <a:pt x="8765" y="1"/>
                  </a:moveTo>
                  <a:lnTo>
                    <a:pt x="0" y="4972"/>
                  </a:lnTo>
                  <a:lnTo>
                    <a:pt x="3" y="9338"/>
                  </a:lnTo>
                  <a:lnTo>
                    <a:pt x="8769" y="4363"/>
                  </a:lnTo>
                  <a:lnTo>
                    <a:pt x="8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8"/>
            <p:cNvSpPr/>
            <p:nvPr/>
          </p:nvSpPr>
          <p:spPr>
            <a:xfrm>
              <a:off x="1166870" y="3782385"/>
              <a:ext cx="351097" cy="377101"/>
            </a:xfrm>
            <a:custGeom>
              <a:rect b="b" l="l" r="r" t="t"/>
              <a:pathLst>
                <a:path extrusionOk="0" h="9339" w="8695">
                  <a:moveTo>
                    <a:pt x="1" y="1"/>
                  </a:moveTo>
                  <a:lnTo>
                    <a:pt x="4" y="4363"/>
                  </a:lnTo>
                  <a:lnTo>
                    <a:pt x="8694" y="9338"/>
                  </a:lnTo>
                  <a:lnTo>
                    <a:pt x="8691" y="497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5" name="Google Shape;585;p48"/>
          <p:cNvGrpSpPr/>
          <p:nvPr/>
        </p:nvGrpSpPr>
        <p:grpSpPr>
          <a:xfrm>
            <a:off x="3242146" y="3585311"/>
            <a:ext cx="705870" cy="575715"/>
            <a:chOff x="3529416" y="3585311"/>
            <a:chExt cx="705870" cy="575715"/>
          </a:xfrm>
        </p:grpSpPr>
        <p:sp>
          <p:nvSpPr>
            <p:cNvPr id="586" name="Google Shape;586;p48"/>
            <p:cNvSpPr/>
            <p:nvPr/>
          </p:nvSpPr>
          <p:spPr>
            <a:xfrm>
              <a:off x="3529416" y="3585311"/>
              <a:ext cx="704898" cy="401651"/>
            </a:xfrm>
            <a:custGeom>
              <a:rect b="b" l="l" r="r" t="t"/>
              <a:pathLst>
                <a:path extrusionOk="0" h="9947" w="17457">
                  <a:moveTo>
                    <a:pt x="8766" y="0"/>
                  </a:moveTo>
                  <a:lnTo>
                    <a:pt x="1" y="4976"/>
                  </a:lnTo>
                  <a:lnTo>
                    <a:pt x="8691" y="9947"/>
                  </a:lnTo>
                  <a:lnTo>
                    <a:pt x="17456" y="4976"/>
                  </a:lnTo>
                  <a:lnTo>
                    <a:pt x="87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8"/>
            <p:cNvSpPr/>
            <p:nvPr/>
          </p:nvSpPr>
          <p:spPr>
            <a:xfrm>
              <a:off x="3881161" y="3783925"/>
              <a:ext cx="354125" cy="377101"/>
            </a:xfrm>
            <a:custGeom>
              <a:rect b="b" l="l" r="r" t="t"/>
              <a:pathLst>
                <a:path extrusionOk="0" h="9339" w="8770">
                  <a:moveTo>
                    <a:pt x="8765" y="1"/>
                  </a:moveTo>
                  <a:lnTo>
                    <a:pt x="0" y="4972"/>
                  </a:lnTo>
                  <a:lnTo>
                    <a:pt x="3" y="9338"/>
                  </a:lnTo>
                  <a:lnTo>
                    <a:pt x="8769" y="4363"/>
                  </a:lnTo>
                  <a:lnTo>
                    <a:pt x="8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8"/>
            <p:cNvSpPr/>
            <p:nvPr/>
          </p:nvSpPr>
          <p:spPr>
            <a:xfrm>
              <a:off x="3531012" y="3783925"/>
              <a:ext cx="351097" cy="377101"/>
            </a:xfrm>
            <a:custGeom>
              <a:rect b="b" l="l" r="r" t="t"/>
              <a:pathLst>
                <a:path extrusionOk="0" h="9339" w="8695">
                  <a:moveTo>
                    <a:pt x="1" y="1"/>
                  </a:moveTo>
                  <a:lnTo>
                    <a:pt x="4" y="4363"/>
                  </a:lnTo>
                  <a:lnTo>
                    <a:pt x="8694" y="9338"/>
                  </a:lnTo>
                  <a:lnTo>
                    <a:pt x="8691" y="497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9" name="Google Shape;589;p48"/>
          <p:cNvGrpSpPr/>
          <p:nvPr/>
        </p:nvGrpSpPr>
        <p:grpSpPr>
          <a:xfrm>
            <a:off x="5607367" y="3582231"/>
            <a:ext cx="704898" cy="577255"/>
            <a:chOff x="5894637" y="3582231"/>
            <a:chExt cx="704898" cy="577255"/>
          </a:xfrm>
        </p:grpSpPr>
        <p:sp>
          <p:nvSpPr>
            <p:cNvPr id="590" name="Google Shape;590;p48"/>
            <p:cNvSpPr/>
            <p:nvPr/>
          </p:nvSpPr>
          <p:spPr>
            <a:xfrm>
              <a:off x="5894637" y="3582231"/>
              <a:ext cx="704898" cy="401651"/>
            </a:xfrm>
            <a:custGeom>
              <a:rect b="b" l="l" r="r" t="t"/>
              <a:pathLst>
                <a:path extrusionOk="0" h="9947" w="17457">
                  <a:moveTo>
                    <a:pt x="8766" y="0"/>
                  </a:moveTo>
                  <a:lnTo>
                    <a:pt x="1" y="4976"/>
                  </a:lnTo>
                  <a:lnTo>
                    <a:pt x="8691" y="9947"/>
                  </a:lnTo>
                  <a:lnTo>
                    <a:pt x="17456" y="4976"/>
                  </a:lnTo>
                  <a:lnTo>
                    <a:pt x="87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8"/>
            <p:cNvSpPr/>
            <p:nvPr/>
          </p:nvSpPr>
          <p:spPr>
            <a:xfrm>
              <a:off x="6244842" y="3782385"/>
              <a:ext cx="354125" cy="377101"/>
            </a:xfrm>
            <a:custGeom>
              <a:rect b="b" l="l" r="r" t="t"/>
              <a:pathLst>
                <a:path extrusionOk="0" h="9339" w="8770">
                  <a:moveTo>
                    <a:pt x="8765" y="1"/>
                  </a:moveTo>
                  <a:lnTo>
                    <a:pt x="0" y="4972"/>
                  </a:lnTo>
                  <a:lnTo>
                    <a:pt x="3" y="9338"/>
                  </a:lnTo>
                  <a:lnTo>
                    <a:pt x="8769" y="4363"/>
                  </a:lnTo>
                  <a:lnTo>
                    <a:pt x="8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8"/>
            <p:cNvSpPr/>
            <p:nvPr/>
          </p:nvSpPr>
          <p:spPr>
            <a:xfrm>
              <a:off x="5895773" y="3782385"/>
              <a:ext cx="351097" cy="377101"/>
            </a:xfrm>
            <a:custGeom>
              <a:rect b="b" l="l" r="r" t="t"/>
              <a:pathLst>
                <a:path extrusionOk="0" h="9339" w="8695">
                  <a:moveTo>
                    <a:pt x="1" y="1"/>
                  </a:moveTo>
                  <a:lnTo>
                    <a:pt x="4" y="4363"/>
                  </a:lnTo>
                  <a:lnTo>
                    <a:pt x="8694" y="9338"/>
                  </a:lnTo>
                  <a:lnTo>
                    <a:pt x="8691" y="497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48"/>
          <p:cNvGrpSpPr/>
          <p:nvPr/>
        </p:nvGrpSpPr>
        <p:grpSpPr>
          <a:xfrm>
            <a:off x="3403994" y="3285096"/>
            <a:ext cx="388911" cy="575751"/>
            <a:chOff x="3734547" y="3313178"/>
            <a:chExt cx="306979" cy="551380"/>
          </a:xfrm>
        </p:grpSpPr>
        <p:sp>
          <p:nvSpPr>
            <p:cNvPr id="594" name="Google Shape;594;p48"/>
            <p:cNvSpPr/>
            <p:nvPr/>
          </p:nvSpPr>
          <p:spPr>
            <a:xfrm>
              <a:off x="3748288" y="3570986"/>
              <a:ext cx="174435" cy="199763"/>
            </a:xfrm>
            <a:custGeom>
              <a:rect b="b" l="l" r="r" t="t"/>
              <a:pathLst>
                <a:path extrusionOk="0" h="5379" w="4697">
                  <a:moveTo>
                    <a:pt x="4073" y="0"/>
                  </a:moveTo>
                  <a:cubicBezTo>
                    <a:pt x="3953" y="0"/>
                    <a:pt x="3829" y="53"/>
                    <a:pt x="3729" y="181"/>
                  </a:cubicBezTo>
                  <a:lnTo>
                    <a:pt x="232" y="4657"/>
                  </a:lnTo>
                  <a:cubicBezTo>
                    <a:pt x="0" y="4949"/>
                    <a:pt x="215" y="5379"/>
                    <a:pt x="584" y="5379"/>
                  </a:cubicBezTo>
                  <a:cubicBezTo>
                    <a:pt x="722" y="5379"/>
                    <a:pt x="851" y="5319"/>
                    <a:pt x="937" y="5207"/>
                  </a:cubicBezTo>
                  <a:lnTo>
                    <a:pt x="4433" y="731"/>
                  </a:lnTo>
                  <a:cubicBezTo>
                    <a:pt x="4697" y="386"/>
                    <a:pt x="4397" y="0"/>
                    <a:pt x="40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8"/>
            <p:cNvSpPr/>
            <p:nvPr/>
          </p:nvSpPr>
          <p:spPr>
            <a:xfrm>
              <a:off x="3914107" y="3571098"/>
              <a:ext cx="112118" cy="181788"/>
            </a:xfrm>
            <a:custGeom>
              <a:rect b="b" l="l" r="r" t="t"/>
              <a:pathLst>
                <a:path extrusionOk="0" h="4895" w="3019">
                  <a:moveTo>
                    <a:pt x="588" y="0"/>
                  </a:moveTo>
                  <a:cubicBezTo>
                    <a:pt x="296" y="0"/>
                    <a:pt x="1" y="289"/>
                    <a:pt x="166" y="642"/>
                  </a:cubicBezTo>
                  <a:lnTo>
                    <a:pt x="2082" y="4645"/>
                  </a:lnTo>
                  <a:cubicBezTo>
                    <a:pt x="2151" y="4800"/>
                    <a:pt x="2305" y="4895"/>
                    <a:pt x="2477" y="4895"/>
                  </a:cubicBezTo>
                  <a:cubicBezTo>
                    <a:pt x="2804" y="4895"/>
                    <a:pt x="3018" y="4551"/>
                    <a:pt x="2881" y="4259"/>
                  </a:cubicBezTo>
                  <a:lnTo>
                    <a:pt x="974" y="255"/>
                  </a:lnTo>
                  <a:cubicBezTo>
                    <a:pt x="887" y="75"/>
                    <a:pt x="738" y="0"/>
                    <a:pt x="5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8"/>
            <p:cNvSpPr/>
            <p:nvPr/>
          </p:nvSpPr>
          <p:spPr>
            <a:xfrm>
              <a:off x="3799315" y="3614846"/>
              <a:ext cx="84488" cy="249713"/>
            </a:xfrm>
            <a:custGeom>
              <a:rect b="b" l="l" r="r" t="t"/>
              <a:pathLst>
                <a:path extrusionOk="0" h="6724" w="2275">
                  <a:moveTo>
                    <a:pt x="1757" y="0"/>
                  </a:moveTo>
                  <a:cubicBezTo>
                    <a:pt x="1571" y="0"/>
                    <a:pt x="1387" y="107"/>
                    <a:pt x="1332" y="349"/>
                  </a:cubicBezTo>
                  <a:lnTo>
                    <a:pt x="52" y="6182"/>
                  </a:lnTo>
                  <a:cubicBezTo>
                    <a:pt x="1" y="6414"/>
                    <a:pt x="147" y="6655"/>
                    <a:pt x="387" y="6706"/>
                  </a:cubicBezTo>
                  <a:cubicBezTo>
                    <a:pt x="422" y="6715"/>
                    <a:pt x="456" y="6715"/>
                    <a:pt x="482" y="6724"/>
                  </a:cubicBezTo>
                  <a:cubicBezTo>
                    <a:pt x="697" y="6715"/>
                    <a:pt x="877" y="6569"/>
                    <a:pt x="920" y="6371"/>
                  </a:cubicBezTo>
                  <a:lnTo>
                    <a:pt x="2200" y="538"/>
                  </a:lnTo>
                  <a:cubicBezTo>
                    <a:pt x="2275" y="204"/>
                    <a:pt x="2014" y="0"/>
                    <a:pt x="17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8"/>
            <p:cNvSpPr/>
            <p:nvPr/>
          </p:nvSpPr>
          <p:spPr>
            <a:xfrm>
              <a:off x="3734547" y="3313178"/>
              <a:ext cx="306979" cy="418800"/>
            </a:xfrm>
            <a:custGeom>
              <a:rect b="b" l="l" r="r" t="t"/>
              <a:pathLst>
                <a:path extrusionOk="0" h="11277" w="8266">
                  <a:moveTo>
                    <a:pt x="6994" y="1"/>
                  </a:moveTo>
                  <a:cubicBezTo>
                    <a:pt x="6934" y="1"/>
                    <a:pt x="6882" y="18"/>
                    <a:pt x="6831" y="44"/>
                  </a:cubicBezTo>
                  <a:lnTo>
                    <a:pt x="482" y="3712"/>
                  </a:lnTo>
                  <a:cubicBezTo>
                    <a:pt x="190" y="3884"/>
                    <a:pt x="1" y="4193"/>
                    <a:pt x="1" y="4537"/>
                  </a:cubicBezTo>
                  <a:lnTo>
                    <a:pt x="1" y="10413"/>
                  </a:lnTo>
                  <a:cubicBezTo>
                    <a:pt x="1" y="10534"/>
                    <a:pt x="78" y="10645"/>
                    <a:pt x="181" y="10697"/>
                  </a:cubicBezTo>
                  <a:lnTo>
                    <a:pt x="1118" y="11238"/>
                  </a:lnTo>
                  <a:cubicBezTo>
                    <a:pt x="1169" y="11264"/>
                    <a:pt x="1223" y="11277"/>
                    <a:pt x="1277" y="11277"/>
                  </a:cubicBezTo>
                  <a:cubicBezTo>
                    <a:pt x="1330" y="11277"/>
                    <a:pt x="1384" y="11264"/>
                    <a:pt x="1436" y="11238"/>
                  </a:cubicBezTo>
                  <a:lnTo>
                    <a:pt x="7793" y="7561"/>
                  </a:lnTo>
                  <a:cubicBezTo>
                    <a:pt x="8085" y="7398"/>
                    <a:pt x="8266" y="7080"/>
                    <a:pt x="8266" y="6736"/>
                  </a:cubicBezTo>
                  <a:lnTo>
                    <a:pt x="8266" y="860"/>
                  </a:lnTo>
                  <a:cubicBezTo>
                    <a:pt x="8266" y="740"/>
                    <a:pt x="8188" y="628"/>
                    <a:pt x="8077" y="576"/>
                  </a:cubicBezTo>
                  <a:lnTo>
                    <a:pt x="7157" y="35"/>
                  </a:lnTo>
                  <a:cubicBezTo>
                    <a:pt x="7106" y="9"/>
                    <a:pt x="7046" y="1"/>
                    <a:pt x="69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8"/>
            <p:cNvSpPr/>
            <p:nvPr/>
          </p:nvSpPr>
          <p:spPr>
            <a:xfrm>
              <a:off x="3769977" y="3333603"/>
              <a:ext cx="271549" cy="398337"/>
            </a:xfrm>
            <a:custGeom>
              <a:rect b="b" l="l" r="r" t="t"/>
              <a:pathLst>
                <a:path extrusionOk="0" h="10726" w="7312">
                  <a:moveTo>
                    <a:pt x="6995" y="1"/>
                  </a:moveTo>
                  <a:cubicBezTo>
                    <a:pt x="6943" y="1"/>
                    <a:pt x="6889" y="14"/>
                    <a:pt x="6839" y="44"/>
                  </a:cubicBezTo>
                  <a:lnTo>
                    <a:pt x="482" y="3712"/>
                  </a:lnTo>
                  <a:cubicBezTo>
                    <a:pt x="181" y="3884"/>
                    <a:pt x="0" y="4193"/>
                    <a:pt x="0" y="4537"/>
                  </a:cubicBezTo>
                  <a:lnTo>
                    <a:pt x="0" y="10405"/>
                  </a:lnTo>
                  <a:cubicBezTo>
                    <a:pt x="0" y="10591"/>
                    <a:pt x="159" y="10725"/>
                    <a:pt x="331" y="10725"/>
                  </a:cubicBezTo>
                  <a:cubicBezTo>
                    <a:pt x="381" y="10725"/>
                    <a:pt x="433" y="10714"/>
                    <a:pt x="482" y="10688"/>
                  </a:cubicBezTo>
                  <a:lnTo>
                    <a:pt x="6839" y="7011"/>
                  </a:lnTo>
                  <a:cubicBezTo>
                    <a:pt x="7131" y="6848"/>
                    <a:pt x="7312" y="6530"/>
                    <a:pt x="7312" y="6186"/>
                  </a:cubicBezTo>
                  <a:lnTo>
                    <a:pt x="7312" y="318"/>
                  </a:lnTo>
                  <a:cubicBezTo>
                    <a:pt x="7305" y="130"/>
                    <a:pt x="7156" y="1"/>
                    <a:pt x="6995" y="1"/>
                  </a:cubicBez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8"/>
            <p:cNvSpPr/>
            <p:nvPr/>
          </p:nvSpPr>
          <p:spPr>
            <a:xfrm>
              <a:off x="3815916" y="3534109"/>
              <a:ext cx="195937" cy="120363"/>
            </a:xfrm>
            <a:custGeom>
              <a:rect b="b" l="l" r="r" t="t"/>
              <a:pathLst>
                <a:path extrusionOk="0" h="3241" w="5276">
                  <a:moveTo>
                    <a:pt x="5215" y="1"/>
                  </a:moveTo>
                  <a:cubicBezTo>
                    <a:pt x="5203" y="1"/>
                    <a:pt x="5188" y="5"/>
                    <a:pt x="5173" y="14"/>
                  </a:cubicBezTo>
                  <a:lnTo>
                    <a:pt x="112" y="2927"/>
                  </a:lnTo>
                  <a:cubicBezTo>
                    <a:pt x="44" y="2978"/>
                    <a:pt x="1" y="3055"/>
                    <a:pt x="1" y="3141"/>
                  </a:cubicBezTo>
                  <a:cubicBezTo>
                    <a:pt x="1" y="3205"/>
                    <a:pt x="29" y="3240"/>
                    <a:pt x="68" y="3240"/>
                  </a:cubicBezTo>
                  <a:cubicBezTo>
                    <a:pt x="82" y="3240"/>
                    <a:pt x="97" y="3236"/>
                    <a:pt x="112" y="3227"/>
                  </a:cubicBezTo>
                  <a:lnTo>
                    <a:pt x="5173" y="306"/>
                  </a:lnTo>
                  <a:cubicBezTo>
                    <a:pt x="5233" y="255"/>
                    <a:pt x="5276" y="177"/>
                    <a:pt x="5276" y="100"/>
                  </a:cubicBezTo>
                  <a:cubicBezTo>
                    <a:pt x="5276" y="36"/>
                    <a:pt x="5252" y="1"/>
                    <a:pt x="5215" y="1"/>
                  </a:cubicBezTo>
                  <a:close/>
                </a:path>
              </a:pathLst>
            </a:custGeom>
            <a:solidFill>
              <a:srgbClr val="6565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8"/>
            <p:cNvSpPr/>
            <p:nvPr/>
          </p:nvSpPr>
          <p:spPr>
            <a:xfrm>
              <a:off x="3831551" y="3546772"/>
              <a:ext cx="42151" cy="89650"/>
            </a:xfrm>
            <a:custGeom>
              <a:rect b="b" l="l" r="r" t="t"/>
              <a:pathLst>
                <a:path extrusionOk="0" h="2414" w="1135">
                  <a:moveTo>
                    <a:pt x="936" y="0"/>
                  </a:moveTo>
                  <a:cubicBezTo>
                    <a:pt x="899" y="0"/>
                    <a:pt x="858" y="11"/>
                    <a:pt x="817" y="34"/>
                  </a:cubicBezTo>
                  <a:lnTo>
                    <a:pt x="318" y="326"/>
                  </a:lnTo>
                  <a:cubicBezTo>
                    <a:pt x="121" y="464"/>
                    <a:pt x="9" y="687"/>
                    <a:pt x="1" y="927"/>
                  </a:cubicBezTo>
                  <a:lnTo>
                    <a:pt x="1" y="2414"/>
                  </a:lnTo>
                  <a:lnTo>
                    <a:pt x="1135" y="1761"/>
                  </a:lnTo>
                  <a:lnTo>
                    <a:pt x="1135" y="275"/>
                  </a:lnTo>
                  <a:cubicBezTo>
                    <a:pt x="1135" y="105"/>
                    <a:pt x="1051" y="0"/>
                    <a:pt x="9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8"/>
            <p:cNvSpPr/>
            <p:nvPr/>
          </p:nvSpPr>
          <p:spPr>
            <a:xfrm>
              <a:off x="3892827" y="3485607"/>
              <a:ext cx="42151" cy="115423"/>
            </a:xfrm>
            <a:custGeom>
              <a:rect b="b" l="l" r="r" t="t"/>
              <a:pathLst>
                <a:path extrusionOk="0" h="3108" w="1135">
                  <a:moveTo>
                    <a:pt x="944" y="0"/>
                  </a:moveTo>
                  <a:cubicBezTo>
                    <a:pt x="905" y="0"/>
                    <a:pt x="861" y="13"/>
                    <a:pt x="816" y="40"/>
                  </a:cubicBezTo>
                  <a:lnTo>
                    <a:pt x="318" y="324"/>
                  </a:lnTo>
                  <a:cubicBezTo>
                    <a:pt x="120" y="461"/>
                    <a:pt x="9" y="684"/>
                    <a:pt x="0" y="925"/>
                  </a:cubicBezTo>
                  <a:lnTo>
                    <a:pt x="0" y="3107"/>
                  </a:lnTo>
                  <a:lnTo>
                    <a:pt x="1134" y="2454"/>
                  </a:lnTo>
                  <a:lnTo>
                    <a:pt x="1134" y="272"/>
                  </a:lnTo>
                  <a:cubicBezTo>
                    <a:pt x="1134" y="101"/>
                    <a:pt x="1055" y="0"/>
                    <a:pt x="9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8"/>
            <p:cNvSpPr/>
            <p:nvPr/>
          </p:nvSpPr>
          <p:spPr>
            <a:xfrm>
              <a:off x="3954401" y="3424070"/>
              <a:ext cx="41817" cy="141531"/>
            </a:xfrm>
            <a:custGeom>
              <a:rect b="b" l="l" r="r" t="t"/>
              <a:pathLst>
                <a:path extrusionOk="0" h="3811" w="1126">
                  <a:moveTo>
                    <a:pt x="936" y="0"/>
                  </a:moveTo>
                  <a:cubicBezTo>
                    <a:pt x="897" y="0"/>
                    <a:pt x="854" y="13"/>
                    <a:pt x="808" y="39"/>
                  </a:cubicBezTo>
                  <a:lnTo>
                    <a:pt x="310" y="322"/>
                  </a:lnTo>
                  <a:cubicBezTo>
                    <a:pt x="121" y="468"/>
                    <a:pt x="0" y="692"/>
                    <a:pt x="0" y="924"/>
                  </a:cubicBezTo>
                  <a:lnTo>
                    <a:pt x="0" y="3810"/>
                  </a:lnTo>
                  <a:lnTo>
                    <a:pt x="1126" y="3158"/>
                  </a:lnTo>
                  <a:lnTo>
                    <a:pt x="1126" y="279"/>
                  </a:lnTo>
                  <a:cubicBezTo>
                    <a:pt x="1126" y="106"/>
                    <a:pt x="1049" y="0"/>
                    <a:pt x="9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8"/>
            <p:cNvSpPr/>
            <p:nvPr/>
          </p:nvSpPr>
          <p:spPr>
            <a:xfrm>
              <a:off x="3840241" y="3370109"/>
              <a:ext cx="111635" cy="98786"/>
            </a:xfrm>
            <a:custGeom>
              <a:rect b="b" l="l" r="r" t="t"/>
              <a:pathLst>
                <a:path extrusionOk="0" h="2660" w="3006">
                  <a:moveTo>
                    <a:pt x="2861" y="1"/>
                  </a:moveTo>
                  <a:cubicBezTo>
                    <a:pt x="2835" y="1"/>
                    <a:pt x="2808" y="8"/>
                    <a:pt x="2782" y="23"/>
                  </a:cubicBezTo>
                  <a:lnTo>
                    <a:pt x="256" y="1475"/>
                  </a:lnTo>
                  <a:cubicBezTo>
                    <a:pt x="102" y="1561"/>
                    <a:pt x="7" y="1724"/>
                    <a:pt x="7" y="1904"/>
                  </a:cubicBezTo>
                  <a:lnTo>
                    <a:pt x="7" y="2506"/>
                  </a:lnTo>
                  <a:cubicBezTo>
                    <a:pt x="0" y="2593"/>
                    <a:pt x="78" y="2659"/>
                    <a:pt x="161" y="2659"/>
                  </a:cubicBezTo>
                  <a:cubicBezTo>
                    <a:pt x="184" y="2659"/>
                    <a:pt x="208" y="2654"/>
                    <a:pt x="230" y="2643"/>
                  </a:cubicBezTo>
                  <a:lnTo>
                    <a:pt x="2756" y="1183"/>
                  </a:lnTo>
                  <a:cubicBezTo>
                    <a:pt x="2911" y="1088"/>
                    <a:pt x="3005" y="925"/>
                    <a:pt x="3005" y="753"/>
                  </a:cubicBezTo>
                  <a:lnTo>
                    <a:pt x="3005" y="152"/>
                  </a:lnTo>
                  <a:cubicBezTo>
                    <a:pt x="3005" y="62"/>
                    <a:pt x="2938" y="1"/>
                    <a:pt x="2861" y="1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8"/>
            <p:cNvSpPr/>
            <p:nvPr/>
          </p:nvSpPr>
          <p:spPr>
            <a:xfrm>
              <a:off x="3804440" y="3349535"/>
              <a:ext cx="144242" cy="91321"/>
            </a:xfrm>
            <a:custGeom>
              <a:rect b="b" l="l" r="r" t="t"/>
              <a:pathLst>
                <a:path extrusionOk="0" h="2459" w="3884">
                  <a:moveTo>
                    <a:pt x="2870" y="1"/>
                  </a:moveTo>
                  <a:cubicBezTo>
                    <a:pt x="2842" y="1"/>
                    <a:pt x="2815" y="7"/>
                    <a:pt x="2792" y="18"/>
                  </a:cubicBezTo>
                  <a:lnTo>
                    <a:pt x="267" y="1479"/>
                  </a:lnTo>
                  <a:cubicBezTo>
                    <a:pt x="103" y="1556"/>
                    <a:pt x="0" y="1728"/>
                    <a:pt x="9" y="1908"/>
                  </a:cubicBezTo>
                  <a:lnTo>
                    <a:pt x="971" y="2458"/>
                  </a:lnTo>
                  <a:cubicBezTo>
                    <a:pt x="971" y="2278"/>
                    <a:pt x="1066" y="2115"/>
                    <a:pt x="1220" y="2029"/>
                  </a:cubicBezTo>
                  <a:lnTo>
                    <a:pt x="3746" y="568"/>
                  </a:lnTo>
                  <a:cubicBezTo>
                    <a:pt x="3770" y="554"/>
                    <a:pt x="3796" y="548"/>
                    <a:pt x="3822" y="548"/>
                  </a:cubicBezTo>
                  <a:cubicBezTo>
                    <a:pt x="3843" y="548"/>
                    <a:pt x="3864" y="552"/>
                    <a:pt x="3884" y="560"/>
                  </a:cubicBezTo>
                  <a:lnTo>
                    <a:pt x="2964" y="35"/>
                  </a:lnTo>
                  <a:cubicBezTo>
                    <a:pt x="2940" y="11"/>
                    <a:pt x="2905" y="1"/>
                    <a:pt x="2870" y="1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5" name="Google Shape;605;p48"/>
          <p:cNvSpPr txBox="1"/>
          <p:nvPr>
            <p:ph idx="4294967295" type="subTitle"/>
          </p:nvPr>
        </p:nvSpPr>
        <p:spPr>
          <a:xfrm>
            <a:off x="-251246" y="1356913"/>
            <a:ext cx="1784700" cy="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BSc Computer Science</a:t>
            </a:r>
            <a:endParaRPr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606" name="Google Shape;606;p48"/>
          <p:cNvSpPr txBox="1"/>
          <p:nvPr>
            <p:ph idx="4294967295" type="subTitle"/>
          </p:nvPr>
        </p:nvSpPr>
        <p:spPr>
          <a:xfrm>
            <a:off x="-251246" y="2161940"/>
            <a:ext cx="17847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2016-2020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FAST, Pakistan</a:t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607" name="Google Shape;607;p48"/>
          <p:cNvCxnSpPr/>
          <p:nvPr/>
        </p:nvCxnSpPr>
        <p:spPr>
          <a:xfrm rot="10800000">
            <a:off x="3953204" y="1509676"/>
            <a:ext cx="0" cy="244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48"/>
          <p:cNvCxnSpPr/>
          <p:nvPr/>
        </p:nvCxnSpPr>
        <p:spPr>
          <a:xfrm rot="10800000">
            <a:off x="6304754" y="1509676"/>
            <a:ext cx="0" cy="244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48"/>
          <p:cNvCxnSpPr/>
          <p:nvPr/>
        </p:nvCxnSpPr>
        <p:spPr>
          <a:xfrm rot="10800000">
            <a:off x="1589529" y="1509670"/>
            <a:ext cx="0" cy="244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0" name="Google Shape;610;p48"/>
          <p:cNvSpPr txBox="1"/>
          <p:nvPr>
            <p:ph idx="4294967295" type="subTitle"/>
          </p:nvPr>
        </p:nvSpPr>
        <p:spPr>
          <a:xfrm>
            <a:off x="2107004" y="1356913"/>
            <a:ext cx="1784700" cy="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dATA aNALYST</a:t>
            </a:r>
            <a:endParaRPr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611" name="Google Shape;611;p48"/>
          <p:cNvSpPr txBox="1"/>
          <p:nvPr>
            <p:ph idx="4294967295" type="subTitle"/>
          </p:nvPr>
        </p:nvSpPr>
        <p:spPr>
          <a:xfrm>
            <a:off x="1798849" y="2161950"/>
            <a:ext cx="20928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2020-2022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Afiniti &amp; Retailo, Pakistan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612" name="Google Shape;612;p48"/>
          <p:cNvSpPr txBox="1"/>
          <p:nvPr>
            <p:ph idx="4294967295" type="subTitle"/>
          </p:nvPr>
        </p:nvSpPr>
        <p:spPr>
          <a:xfrm>
            <a:off x="4465254" y="1356913"/>
            <a:ext cx="1784700" cy="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mSC dATA SCIENCE</a:t>
            </a:r>
            <a:endParaRPr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613" name="Google Shape;613;p48"/>
          <p:cNvSpPr txBox="1"/>
          <p:nvPr>
            <p:ph idx="4294967295" type="subTitle"/>
          </p:nvPr>
        </p:nvSpPr>
        <p:spPr>
          <a:xfrm>
            <a:off x="4465254" y="2161940"/>
            <a:ext cx="17847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2022-2023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Middlesex University, UK</a:t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614" name="Google Shape;614;p48"/>
          <p:cNvCxnSpPr/>
          <p:nvPr/>
        </p:nvCxnSpPr>
        <p:spPr>
          <a:xfrm>
            <a:off x="1580004" y="3949000"/>
            <a:ext cx="1758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48"/>
          <p:cNvCxnSpPr/>
          <p:nvPr/>
        </p:nvCxnSpPr>
        <p:spPr>
          <a:xfrm>
            <a:off x="3946614" y="3950550"/>
            <a:ext cx="171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16" name="Google Shape;616;p48"/>
          <p:cNvGrpSpPr/>
          <p:nvPr/>
        </p:nvGrpSpPr>
        <p:grpSpPr>
          <a:xfrm>
            <a:off x="7977642" y="3556506"/>
            <a:ext cx="704898" cy="577255"/>
            <a:chOff x="8264912" y="3556506"/>
            <a:chExt cx="704898" cy="577255"/>
          </a:xfrm>
        </p:grpSpPr>
        <p:sp>
          <p:nvSpPr>
            <p:cNvPr id="617" name="Google Shape;617;p48"/>
            <p:cNvSpPr/>
            <p:nvPr/>
          </p:nvSpPr>
          <p:spPr>
            <a:xfrm>
              <a:off x="8264912" y="3556506"/>
              <a:ext cx="704898" cy="401651"/>
            </a:xfrm>
            <a:custGeom>
              <a:rect b="b" l="l" r="r" t="t"/>
              <a:pathLst>
                <a:path extrusionOk="0" h="9947" w="17457">
                  <a:moveTo>
                    <a:pt x="8766" y="0"/>
                  </a:moveTo>
                  <a:lnTo>
                    <a:pt x="1" y="4976"/>
                  </a:lnTo>
                  <a:lnTo>
                    <a:pt x="8691" y="9947"/>
                  </a:lnTo>
                  <a:lnTo>
                    <a:pt x="17456" y="4976"/>
                  </a:lnTo>
                  <a:lnTo>
                    <a:pt x="87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8"/>
            <p:cNvSpPr/>
            <p:nvPr/>
          </p:nvSpPr>
          <p:spPr>
            <a:xfrm>
              <a:off x="8615117" y="3756660"/>
              <a:ext cx="354125" cy="377101"/>
            </a:xfrm>
            <a:custGeom>
              <a:rect b="b" l="l" r="r" t="t"/>
              <a:pathLst>
                <a:path extrusionOk="0" h="9339" w="8770">
                  <a:moveTo>
                    <a:pt x="8765" y="1"/>
                  </a:moveTo>
                  <a:lnTo>
                    <a:pt x="0" y="4972"/>
                  </a:lnTo>
                  <a:lnTo>
                    <a:pt x="3" y="9338"/>
                  </a:lnTo>
                  <a:lnTo>
                    <a:pt x="8769" y="4363"/>
                  </a:lnTo>
                  <a:lnTo>
                    <a:pt x="8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8"/>
            <p:cNvSpPr/>
            <p:nvPr/>
          </p:nvSpPr>
          <p:spPr>
            <a:xfrm>
              <a:off x="8266048" y="3756660"/>
              <a:ext cx="351097" cy="377101"/>
            </a:xfrm>
            <a:custGeom>
              <a:rect b="b" l="l" r="r" t="t"/>
              <a:pathLst>
                <a:path extrusionOk="0" h="9339" w="8695">
                  <a:moveTo>
                    <a:pt x="1" y="1"/>
                  </a:moveTo>
                  <a:lnTo>
                    <a:pt x="4" y="4363"/>
                  </a:lnTo>
                  <a:lnTo>
                    <a:pt x="8694" y="9338"/>
                  </a:lnTo>
                  <a:lnTo>
                    <a:pt x="8691" y="497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20" name="Google Shape;620;p48"/>
          <p:cNvCxnSpPr/>
          <p:nvPr/>
        </p:nvCxnSpPr>
        <p:spPr>
          <a:xfrm rot="10800000">
            <a:off x="8675029" y="1483951"/>
            <a:ext cx="0" cy="244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" name="Google Shape;621;p48"/>
          <p:cNvSpPr txBox="1"/>
          <p:nvPr>
            <p:ph idx="4294967295" type="subTitle"/>
          </p:nvPr>
        </p:nvSpPr>
        <p:spPr>
          <a:xfrm>
            <a:off x="6835529" y="1331188"/>
            <a:ext cx="1784700" cy="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pRODUCT ANALYST</a:t>
            </a:r>
            <a:endParaRPr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622" name="Google Shape;622;p48"/>
          <p:cNvSpPr txBox="1"/>
          <p:nvPr>
            <p:ph idx="4294967295" type="subTitle"/>
          </p:nvPr>
        </p:nvSpPr>
        <p:spPr>
          <a:xfrm>
            <a:off x="6835529" y="2136215"/>
            <a:ext cx="17847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2024-Present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Holland &amp; Barrett, UK</a:t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623" name="Google Shape;623;p48"/>
          <p:cNvCxnSpPr/>
          <p:nvPr/>
        </p:nvCxnSpPr>
        <p:spPr>
          <a:xfrm>
            <a:off x="6316889" y="3924825"/>
            <a:ext cx="171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24" name="Google Shape;624;p48"/>
          <p:cNvGrpSpPr/>
          <p:nvPr/>
        </p:nvGrpSpPr>
        <p:grpSpPr>
          <a:xfrm>
            <a:off x="5711358" y="3320768"/>
            <a:ext cx="559407" cy="503987"/>
            <a:chOff x="2616191" y="2890461"/>
            <a:chExt cx="365793" cy="361152"/>
          </a:xfrm>
        </p:grpSpPr>
        <p:sp>
          <p:nvSpPr>
            <p:cNvPr id="625" name="Google Shape;625;p48"/>
            <p:cNvSpPr/>
            <p:nvPr/>
          </p:nvSpPr>
          <p:spPr>
            <a:xfrm>
              <a:off x="2616191" y="3225545"/>
              <a:ext cx="30604" cy="26067"/>
            </a:xfrm>
            <a:custGeom>
              <a:rect b="b" l="l" r="r" t="t"/>
              <a:pathLst>
                <a:path extrusionOk="0" h="1741" w="2044">
                  <a:moveTo>
                    <a:pt x="1460" y="0"/>
                  </a:moveTo>
                  <a:cubicBezTo>
                    <a:pt x="1363" y="0"/>
                    <a:pt x="1263" y="42"/>
                    <a:pt x="1177" y="143"/>
                  </a:cubicBezTo>
                  <a:lnTo>
                    <a:pt x="252" y="1089"/>
                  </a:lnTo>
                  <a:cubicBezTo>
                    <a:pt x="0" y="1320"/>
                    <a:pt x="189" y="1741"/>
                    <a:pt x="526" y="1741"/>
                  </a:cubicBezTo>
                  <a:cubicBezTo>
                    <a:pt x="610" y="1741"/>
                    <a:pt x="715" y="1698"/>
                    <a:pt x="778" y="1614"/>
                  </a:cubicBezTo>
                  <a:lnTo>
                    <a:pt x="1724" y="689"/>
                  </a:lnTo>
                  <a:cubicBezTo>
                    <a:pt x="2044" y="418"/>
                    <a:pt x="1768" y="0"/>
                    <a:pt x="1460" y="0"/>
                  </a:cubicBezTo>
                  <a:close/>
                </a:path>
              </a:pathLst>
            </a:custGeom>
            <a:solidFill>
              <a:srgbClr val="ADBD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8"/>
            <p:cNvSpPr/>
            <p:nvPr/>
          </p:nvSpPr>
          <p:spPr>
            <a:xfrm>
              <a:off x="2627196" y="3189506"/>
              <a:ext cx="53527" cy="51326"/>
            </a:xfrm>
            <a:custGeom>
              <a:rect b="b" l="l" r="r" t="t"/>
              <a:pathLst>
                <a:path extrusionOk="0" h="3428" w="3575">
                  <a:moveTo>
                    <a:pt x="2074" y="0"/>
                  </a:moveTo>
                  <a:cubicBezTo>
                    <a:pt x="1977" y="0"/>
                    <a:pt x="1883" y="37"/>
                    <a:pt x="1809" y="111"/>
                  </a:cubicBezTo>
                  <a:lnTo>
                    <a:pt x="442" y="1456"/>
                  </a:lnTo>
                  <a:cubicBezTo>
                    <a:pt x="1" y="1919"/>
                    <a:pt x="1" y="2634"/>
                    <a:pt x="442" y="3096"/>
                  </a:cubicBezTo>
                  <a:cubicBezTo>
                    <a:pt x="674" y="3317"/>
                    <a:pt x="968" y="3427"/>
                    <a:pt x="1262" y="3427"/>
                  </a:cubicBezTo>
                  <a:cubicBezTo>
                    <a:pt x="1557" y="3427"/>
                    <a:pt x="1851" y="3317"/>
                    <a:pt x="2082" y="3096"/>
                  </a:cubicBezTo>
                  <a:lnTo>
                    <a:pt x="3428" y="1730"/>
                  </a:lnTo>
                  <a:cubicBezTo>
                    <a:pt x="3575" y="1583"/>
                    <a:pt x="3575" y="1351"/>
                    <a:pt x="3428" y="1204"/>
                  </a:cubicBezTo>
                  <a:lnTo>
                    <a:pt x="2356" y="111"/>
                  </a:lnTo>
                  <a:cubicBezTo>
                    <a:pt x="2272" y="37"/>
                    <a:pt x="2172" y="0"/>
                    <a:pt x="2074" y="0"/>
                  </a:cubicBezTo>
                  <a:close/>
                </a:path>
              </a:pathLst>
            </a:custGeom>
            <a:solidFill>
              <a:srgbClr val="C5D1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8"/>
            <p:cNvSpPr/>
            <p:nvPr/>
          </p:nvSpPr>
          <p:spPr>
            <a:xfrm>
              <a:off x="2631298" y="3201544"/>
              <a:ext cx="49424" cy="39288"/>
            </a:xfrm>
            <a:custGeom>
              <a:rect b="b" l="l" r="r" t="t"/>
              <a:pathLst>
                <a:path extrusionOk="0" h="2624" w="3301">
                  <a:moveTo>
                    <a:pt x="2754" y="1"/>
                  </a:moveTo>
                  <a:lnTo>
                    <a:pt x="2754" y="1"/>
                  </a:lnTo>
                  <a:cubicBezTo>
                    <a:pt x="2902" y="148"/>
                    <a:pt x="2902" y="400"/>
                    <a:pt x="2754" y="547"/>
                  </a:cubicBezTo>
                  <a:lnTo>
                    <a:pt x="1409" y="1893"/>
                  </a:lnTo>
                  <a:cubicBezTo>
                    <a:pt x="1186" y="2116"/>
                    <a:pt x="898" y="2229"/>
                    <a:pt x="604" y="2229"/>
                  </a:cubicBezTo>
                  <a:cubicBezTo>
                    <a:pt x="399" y="2229"/>
                    <a:pt x="191" y="2174"/>
                    <a:pt x="0" y="2061"/>
                  </a:cubicBezTo>
                  <a:lnTo>
                    <a:pt x="0" y="2061"/>
                  </a:lnTo>
                  <a:cubicBezTo>
                    <a:pt x="63" y="2145"/>
                    <a:pt x="105" y="2229"/>
                    <a:pt x="168" y="2292"/>
                  </a:cubicBezTo>
                  <a:cubicBezTo>
                    <a:pt x="400" y="2513"/>
                    <a:pt x="694" y="2623"/>
                    <a:pt x="988" y="2623"/>
                  </a:cubicBezTo>
                  <a:cubicBezTo>
                    <a:pt x="1283" y="2623"/>
                    <a:pt x="1577" y="2513"/>
                    <a:pt x="1808" y="2292"/>
                  </a:cubicBezTo>
                  <a:lnTo>
                    <a:pt x="3154" y="926"/>
                  </a:lnTo>
                  <a:cubicBezTo>
                    <a:pt x="3301" y="779"/>
                    <a:pt x="3301" y="547"/>
                    <a:pt x="3154" y="400"/>
                  </a:cubicBezTo>
                  <a:lnTo>
                    <a:pt x="2754" y="1"/>
                  </a:lnTo>
                  <a:close/>
                </a:path>
              </a:pathLst>
            </a:custGeom>
            <a:solidFill>
              <a:srgbClr val="AFC0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8"/>
            <p:cNvSpPr/>
            <p:nvPr/>
          </p:nvSpPr>
          <p:spPr>
            <a:xfrm>
              <a:off x="2643576" y="2890461"/>
              <a:ext cx="338094" cy="334007"/>
            </a:xfrm>
            <a:custGeom>
              <a:rect b="b" l="l" r="r" t="t"/>
              <a:pathLst>
                <a:path extrusionOk="0" h="22308" w="22581">
                  <a:moveTo>
                    <a:pt x="19963" y="0"/>
                  </a:moveTo>
                  <a:cubicBezTo>
                    <a:pt x="19474" y="0"/>
                    <a:pt x="18985" y="184"/>
                    <a:pt x="18607" y="552"/>
                  </a:cubicBezTo>
                  <a:lnTo>
                    <a:pt x="442" y="18738"/>
                  </a:lnTo>
                  <a:cubicBezTo>
                    <a:pt x="0" y="19180"/>
                    <a:pt x="0" y="19916"/>
                    <a:pt x="442" y="20357"/>
                  </a:cubicBezTo>
                  <a:lnTo>
                    <a:pt x="2061" y="21976"/>
                  </a:lnTo>
                  <a:cubicBezTo>
                    <a:pt x="2292" y="22197"/>
                    <a:pt x="2586" y="22307"/>
                    <a:pt x="2878" y="22307"/>
                  </a:cubicBezTo>
                  <a:cubicBezTo>
                    <a:pt x="3170" y="22307"/>
                    <a:pt x="3459" y="22197"/>
                    <a:pt x="3679" y="21976"/>
                  </a:cubicBezTo>
                  <a:lnTo>
                    <a:pt x="5235" y="20420"/>
                  </a:lnTo>
                  <a:cubicBezTo>
                    <a:pt x="9377" y="19264"/>
                    <a:pt x="10218" y="17561"/>
                    <a:pt x="11185" y="15585"/>
                  </a:cubicBezTo>
                  <a:cubicBezTo>
                    <a:pt x="11627" y="14575"/>
                    <a:pt x="12215" y="13629"/>
                    <a:pt x="12909" y="12767"/>
                  </a:cubicBezTo>
                  <a:lnTo>
                    <a:pt x="21865" y="3811"/>
                  </a:lnTo>
                  <a:cubicBezTo>
                    <a:pt x="22433" y="3243"/>
                    <a:pt x="22580" y="2381"/>
                    <a:pt x="22244" y="1645"/>
                  </a:cubicBezTo>
                  <a:cubicBezTo>
                    <a:pt x="22139" y="1435"/>
                    <a:pt x="22013" y="1267"/>
                    <a:pt x="21865" y="1099"/>
                  </a:cubicBezTo>
                  <a:lnTo>
                    <a:pt x="21319" y="552"/>
                  </a:lnTo>
                  <a:cubicBezTo>
                    <a:pt x="20940" y="184"/>
                    <a:pt x="20452" y="0"/>
                    <a:pt x="19963" y="0"/>
                  </a:cubicBezTo>
                  <a:close/>
                </a:path>
              </a:pathLst>
            </a:cu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8"/>
            <p:cNvSpPr/>
            <p:nvPr/>
          </p:nvSpPr>
          <p:spPr>
            <a:xfrm>
              <a:off x="2643576" y="2890461"/>
              <a:ext cx="338094" cy="334007"/>
            </a:xfrm>
            <a:custGeom>
              <a:rect b="b" l="l" r="r" t="t"/>
              <a:pathLst>
                <a:path extrusionOk="0" h="22308" w="22581">
                  <a:moveTo>
                    <a:pt x="19963" y="0"/>
                  </a:moveTo>
                  <a:cubicBezTo>
                    <a:pt x="19474" y="0"/>
                    <a:pt x="18985" y="184"/>
                    <a:pt x="18607" y="552"/>
                  </a:cubicBezTo>
                  <a:lnTo>
                    <a:pt x="442" y="18738"/>
                  </a:lnTo>
                  <a:cubicBezTo>
                    <a:pt x="0" y="19180"/>
                    <a:pt x="0" y="19916"/>
                    <a:pt x="442" y="20357"/>
                  </a:cubicBezTo>
                  <a:lnTo>
                    <a:pt x="2061" y="21976"/>
                  </a:lnTo>
                  <a:cubicBezTo>
                    <a:pt x="2292" y="22197"/>
                    <a:pt x="2586" y="22307"/>
                    <a:pt x="2878" y="22307"/>
                  </a:cubicBezTo>
                  <a:cubicBezTo>
                    <a:pt x="3170" y="22307"/>
                    <a:pt x="3459" y="22197"/>
                    <a:pt x="3679" y="21976"/>
                  </a:cubicBezTo>
                  <a:lnTo>
                    <a:pt x="5235" y="20420"/>
                  </a:lnTo>
                  <a:cubicBezTo>
                    <a:pt x="9377" y="19264"/>
                    <a:pt x="10218" y="17561"/>
                    <a:pt x="11185" y="15585"/>
                  </a:cubicBezTo>
                  <a:cubicBezTo>
                    <a:pt x="11627" y="14575"/>
                    <a:pt x="12215" y="13629"/>
                    <a:pt x="12909" y="12767"/>
                  </a:cubicBezTo>
                  <a:lnTo>
                    <a:pt x="21865" y="3811"/>
                  </a:lnTo>
                  <a:cubicBezTo>
                    <a:pt x="22433" y="3243"/>
                    <a:pt x="22580" y="2381"/>
                    <a:pt x="22244" y="1645"/>
                  </a:cubicBezTo>
                  <a:cubicBezTo>
                    <a:pt x="22139" y="1435"/>
                    <a:pt x="22013" y="1267"/>
                    <a:pt x="21865" y="1099"/>
                  </a:cubicBezTo>
                  <a:lnTo>
                    <a:pt x="21319" y="552"/>
                  </a:lnTo>
                  <a:cubicBezTo>
                    <a:pt x="20940" y="184"/>
                    <a:pt x="20452" y="0"/>
                    <a:pt x="19963" y="0"/>
                  </a:cubicBezTo>
                  <a:close/>
                </a:path>
              </a:pathLst>
            </a:cu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8"/>
            <p:cNvSpPr/>
            <p:nvPr/>
          </p:nvSpPr>
          <p:spPr>
            <a:xfrm>
              <a:off x="2663085" y="2897153"/>
              <a:ext cx="318899" cy="327314"/>
            </a:xfrm>
            <a:custGeom>
              <a:rect b="b" l="l" r="r" t="t"/>
              <a:pathLst>
                <a:path extrusionOk="0" h="21861" w="21299">
                  <a:moveTo>
                    <a:pt x="19890" y="0"/>
                  </a:moveTo>
                  <a:lnTo>
                    <a:pt x="19890" y="0"/>
                  </a:lnTo>
                  <a:cubicBezTo>
                    <a:pt x="20541" y="757"/>
                    <a:pt x="20499" y="1892"/>
                    <a:pt x="19785" y="2586"/>
                  </a:cubicBezTo>
                  <a:lnTo>
                    <a:pt x="10828" y="11542"/>
                  </a:lnTo>
                  <a:cubicBezTo>
                    <a:pt x="10155" y="12425"/>
                    <a:pt x="9567" y="13372"/>
                    <a:pt x="9125" y="14381"/>
                  </a:cubicBezTo>
                  <a:cubicBezTo>
                    <a:pt x="8158" y="16357"/>
                    <a:pt x="7317" y="18060"/>
                    <a:pt x="3175" y="19216"/>
                  </a:cubicBezTo>
                  <a:lnTo>
                    <a:pt x="1620" y="20772"/>
                  </a:lnTo>
                  <a:cubicBezTo>
                    <a:pt x="1399" y="20993"/>
                    <a:pt x="1104" y="21103"/>
                    <a:pt x="810" y="21103"/>
                  </a:cubicBezTo>
                  <a:cubicBezTo>
                    <a:pt x="516" y="21103"/>
                    <a:pt x="222" y="20993"/>
                    <a:pt x="1" y="20772"/>
                  </a:cubicBezTo>
                  <a:lnTo>
                    <a:pt x="1" y="20772"/>
                  </a:lnTo>
                  <a:lnTo>
                    <a:pt x="758" y="21529"/>
                  </a:lnTo>
                  <a:cubicBezTo>
                    <a:pt x="989" y="21750"/>
                    <a:pt x="1283" y="21860"/>
                    <a:pt x="1575" y="21860"/>
                  </a:cubicBezTo>
                  <a:cubicBezTo>
                    <a:pt x="1867" y="21860"/>
                    <a:pt x="2156" y="21750"/>
                    <a:pt x="2376" y="21529"/>
                  </a:cubicBezTo>
                  <a:lnTo>
                    <a:pt x="3932" y="19973"/>
                  </a:lnTo>
                  <a:cubicBezTo>
                    <a:pt x="8074" y="18817"/>
                    <a:pt x="8915" y="17114"/>
                    <a:pt x="9882" y="15138"/>
                  </a:cubicBezTo>
                  <a:cubicBezTo>
                    <a:pt x="10324" y="14128"/>
                    <a:pt x="10912" y="13182"/>
                    <a:pt x="11606" y="12320"/>
                  </a:cubicBezTo>
                  <a:lnTo>
                    <a:pt x="20562" y="3364"/>
                  </a:lnTo>
                  <a:cubicBezTo>
                    <a:pt x="21298" y="2607"/>
                    <a:pt x="21298" y="1409"/>
                    <a:pt x="20562" y="652"/>
                  </a:cubicBezTo>
                  <a:lnTo>
                    <a:pt x="20016" y="105"/>
                  </a:lnTo>
                  <a:cubicBezTo>
                    <a:pt x="19974" y="63"/>
                    <a:pt x="19932" y="42"/>
                    <a:pt x="19890" y="0"/>
                  </a:cubicBezTo>
                  <a:close/>
                </a:path>
              </a:pathLst>
            </a:custGeom>
            <a:solidFill>
              <a:srgbClr val="F3F6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48"/>
            <p:cNvSpPr/>
            <p:nvPr/>
          </p:nvSpPr>
          <p:spPr>
            <a:xfrm>
              <a:off x="2643576" y="3148033"/>
              <a:ext cx="78082" cy="76435"/>
            </a:xfrm>
            <a:custGeom>
              <a:rect b="b" l="l" r="r" t="t"/>
              <a:pathLst>
                <a:path extrusionOk="0" h="5105" w="5215">
                  <a:moveTo>
                    <a:pt x="1976" y="0"/>
                  </a:moveTo>
                  <a:lnTo>
                    <a:pt x="442" y="1535"/>
                  </a:lnTo>
                  <a:cubicBezTo>
                    <a:pt x="0" y="1977"/>
                    <a:pt x="0" y="2713"/>
                    <a:pt x="442" y="3154"/>
                  </a:cubicBezTo>
                  <a:lnTo>
                    <a:pt x="2061" y="4773"/>
                  </a:lnTo>
                  <a:cubicBezTo>
                    <a:pt x="2292" y="4994"/>
                    <a:pt x="2586" y="5104"/>
                    <a:pt x="2878" y="5104"/>
                  </a:cubicBezTo>
                  <a:cubicBezTo>
                    <a:pt x="3170" y="5104"/>
                    <a:pt x="3459" y="4994"/>
                    <a:pt x="3679" y="4773"/>
                  </a:cubicBezTo>
                  <a:lnTo>
                    <a:pt x="5214" y="3238"/>
                  </a:lnTo>
                  <a:lnTo>
                    <a:pt x="1976" y="0"/>
                  </a:lnTo>
                  <a:close/>
                </a:path>
              </a:pathLst>
            </a:custGeom>
            <a:solidFill>
              <a:srgbClr val="546C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48"/>
            <p:cNvSpPr/>
            <p:nvPr/>
          </p:nvSpPr>
          <p:spPr>
            <a:xfrm>
              <a:off x="2815759" y="2931141"/>
              <a:ext cx="122774" cy="122789"/>
            </a:xfrm>
            <a:custGeom>
              <a:rect b="b" l="l" r="r" t="t"/>
              <a:pathLst>
                <a:path extrusionOk="0" h="8201" w="8200">
                  <a:moveTo>
                    <a:pt x="4962" y="1"/>
                  </a:moveTo>
                  <a:lnTo>
                    <a:pt x="0" y="4962"/>
                  </a:lnTo>
                  <a:lnTo>
                    <a:pt x="3238" y="8200"/>
                  </a:lnTo>
                  <a:lnTo>
                    <a:pt x="8200" y="3238"/>
                  </a:lnTo>
                  <a:lnTo>
                    <a:pt x="4962" y="1"/>
                  </a:lnTo>
                  <a:close/>
                </a:path>
              </a:pathLst>
            </a:custGeom>
            <a:solidFill>
              <a:srgbClr val="546C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8"/>
            <p:cNvSpPr/>
            <p:nvPr/>
          </p:nvSpPr>
          <p:spPr>
            <a:xfrm>
              <a:off x="2663085" y="3185179"/>
              <a:ext cx="58572" cy="39288"/>
            </a:xfrm>
            <a:custGeom>
              <a:rect b="b" l="l" r="r" t="t"/>
              <a:pathLst>
                <a:path extrusionOk="0" h="2624" w="3912">
                  <a:moveTo>
                    <a:pt x="3154" y="0"/>
                  </a:moveTo>
                  <a:lnTo>
                    <a:pt x="1620" y="1535"/>
                  </a:lnTo>
                  <a:cubicBezTo>
                    <a:pt x="1399" y="1756"/>
                    <a:pt x="1104" y="1866"/>
                    <a:pt x="810" y="1866"/>
                  </a:cubicBezTo>
                  <a:cubicBezTo>
                    <a:pt x="516" y="1866"/>
                    <a:pt x="222" y="1756"/>
                    <a:pt x="1" y="1535"/>
                  </a:cubicBezTo>
                  <a:lnTo>
                    <a:pt x="1" y="1535"/>
                  </a:lnTo>
                  <a:lnTo>
                    <a:pt x="758" y="2292"/>
                  </a:lnTo>
                  <a:cubicBezTo>
                    <a:pt x="989" y="2513"/>
                    <a:pt x="1283" y="2623"/>
                    <a:pt x="1575" y="2623"/>
                  </a:cubicBezTo>
                  <a:cubicBezTo>
                    <a:pt x="1867" y="2623"/>
                    <a:pt x="2156" y="2513"/>
                    <a:pt x="2376" y="2292"/>
                  </a:cubicBezTo>
                  <a:lnTo>
                    <a:pt x="3911" y="757"/>
                  </a:lnTo>
                  <a:lnTo>
                    <a:pt x="3154" y="0"/>
                  </a:lnTo>
                  <a:close/>
                </a:path>
              </a:pathLst>
            </a:custGeom>
            <a:solidFill>
              <a:srgbClr val="344D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8"/>
            <p:cNvSpPr/>
            <p:nvPr/>
          </p:nvSpPr>
          <p:spPr>
            <a:xfrm>
              <a:off x="2852906" y="2968288"/>
              <a:ext cx="85628" cy="85643"/>
            </a:xfrm>
            <a:custGeom>
              <a:rect b="b" l="l" r="r" t="t"/>
              <a:pathLst>
                <a:path extrusionOk="0" h="5720" w="5719">
                  <a:moveTo>
                    <a:pt x="4962" y="1"/>
                  </a:moveTo>
                  <a:lnTo>
                    <a:pt x="0" y="4962"/>
                  </a:lnTo>
                  <a:lnTo>
                    <a:pt x="757" y="5719"/>
                  </a:lnTo>
                  <a:lnTo>
                    <a:pt x="5719" y="757"/>
                  </a:lnTo>
                  <a:lnTo>
                    <a:pt x="4962" y="1"/>
                  </a:lnTo>
                  <a:close/>
                </a:path>
              </a:pathLst>
            </a:custGeom>
            <a:solidFill>
              <a:srgbClr val="344D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48"/>
            <p:cNvSpPr/>
            <p:nvPr/>
          </p:nvSpPr>
          <p:spPr>
            <a:xfrm>
              <a:off x="2874302" y="2921783"/>
              <a:ext cx="82813" cy="146311"/>
            </a:xfrm>
            <a:custGeom>
              <a:rect b="b" l="l" r="r" t="t"/>
              <a:pathLst>
                <a:path extrusionOk="0" h="9772" w="5531">
                  <a:moveTo>
                    <a:pt x="741" y="1"/>
                  </a:moveTo>
                  <a:cubicBezTo>
                    <a:pt x="449" y="1"/>
                    <a:pt x="197" y="368"/>
                    <a:pt x="442" y="647"/>
                  </a:cubicBezTo>
                  <a:lnTo>
                    <a:pt x="4563" y="4789"/>
                  </a:lnTo>
                  <a:lnTo>
                    <a:pt x="232" y="9120"/>
                  </a:lnTo>
                  <a:cubicBezTo>
                    <a:pt x="1" y="9351"/>
                    <a:pt x="169" y="9771"/>
                    <a:pt x="527" y="9771"/>
                  </a:cubicBezTo>
                  <a:cubicBezTo>
                    <a:pt x="611" y="9771"/>
                    <a:pt x="716" y="9729"/>
                    <a:pt x="779" y="9645"/>
                  </a:cubicBezTo>
                  <a:lnTo>
                    <a:pt x="5383" y="5062"/>
                  </a:lnTo>
                  <a:cubicBezTo>
                    <a:pt x="5530" y="4894"/>
                    <a:pt x="5530" y="4662"/>
                    <a:pt x="5383" y="4515"/>
                  </a:cubicBezTo>
                  <a:lnTo>
                    <a:pt x="989" y="100"/>
                  </a:lnTo>
                  <a:cubicBezTo>
                    <a:pt x="910" y="30"/>
                    <a:pt x="824" y="1"/>
                    <a:pt x="741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6" name="Google Shape;636;p48"/>
          <p:cNvGrpSpPr/>
          <p:nvPr/>
        </p:nvGrpSpPr>
        <p:grpSpPr>
          <a:xfrm>
            <a:off x="974117" y="3320951"/>
            <a:ext cx="559407" cy="504017"/>
            <a:chOff x="3514900" y="1489020"/>
            <a:chExt cx="354145" cy="351869"/>
          </a:xfrm>
        </p:grpSpPr>
        <p:sp>
          <p:nvSpPr>
            <p:cNvPr id="637" name="Google Shape;637;p48"/>
            <p:cNvSpPr/>
            <p:nvPr/>
          </p:nvSpPr>
          <p:spPr>
            <a:xfrm>
              <a:off x="3514900" y="1489020"/>
              <a:ext cx="354145" cy="351869"/>
            </a:xfrm>
            <a:custGeom>
              <a:rect b="b" l="l" r="r" t="t"/>
              <a:pathLst>
                <a:path extrusionOk="0" h="23501" w="23653">
                  <a:moveTo>
                    <a:pt x="19698" y="1"/>
                  </a:moveTo>
                  <a:cubicBezTo>
                    <a:pt x="19495" y="1"/>
                    <a:pt x="19290" y="80"/>
                    <a:pt x="19133" y="237"/>
                  </a:cubicBezTo>
                  <a:lnTo>
                    <a:pt x="316" y="19075"/>
                  </a:lnTo>
                  <a:cubicBezTo>
                    <a:pt x="0" y="19369"/>
                    <a:pt x="0" y="19874"/>
                    <a:pt x="316" y="20168"/>
                  </a:cubicBezTo>
                  <a:lnTo>
                    <a:pt x="3406" y="23280"/>
                  </a:lnTo>
                  <a:cubicBezTo>
                    <a:pt x="3564" y="23427"/>
                    <a:pt x="3764" y="23501"/>
                    <a:pt x="3964" y="23501"/>
                  </a:cubicBezTo>
                  <a:cubicBezTo>
                    <a:pt x="4163" y="23501"/>
                    <a:pt x="4363" y="23427"/>
                    <a:pt x="4521" y="23280"/>
                  </a:cubicBezTo>
                  <a:lnTo>
                    <a:pt x="23358" y="4442"/>
                  </a:lnTo>
                  <a:cubicBezTo>
                    <a:pt x="23653" y="4148"/>
                    <a:pt x="23653" y="3643"/>
                    <a:pt x="23358" y="3328"/>
                  </a:cubicBezTo>
                  <a:lnTo>
                    <a:pt x="20247" y="237"/>
                  </a:lnTo>
                  <a:cubicBezTo>
                    <a:pt x="20100" y="80"/>
                    <a:pt x="19900" y="1"/>
                    <a:pt x="19698" y="1"/>
                  </a:cubicBez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8"/>
            <p:cNvSpPr/>
            <p:nvPr/>
          </p:nvSpPr>
          <p:spPr>
            <a:xfrm>
              <a:off x="3619094" y="1759498"/>
              <a:ext cx="24570" cy="24884"/>
            </a:xfrm>
            <a:custGeom>
              <a:rect b="b" l="l" r="r" t="t"/>
              <a:pathLst>
                <a:path extrusionOk="0" h="1662" w="1641">
                  <a:moveTo>
                    <a:pt x="526" y="1"/>
                  </a:moveTo>
                  <a:lnTo>
                    <a:pt x="1" y="548"/>
                  </a:lnTo>
                  <a:lnTo>
                    <a:pt x="1115" y="1662"/>
                  </a:lnTo>
                  <a:lnTo>
                    <a:pt x="1640" y="113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8"/>
            <p:cNvSpPr/>
            <p:nvPr/>
          </p:nvSpPr>
          <p:spPr>
            <a:xfrm>
              <a:off x="3623181" y="1722052"/>
              <a:ext cx="41249" cy="41249"/>
            </a:xfrm>
            <a:custGeom>
              <a:rect b="b" l="l" r="r" t="t"/>
              <a:pathLst>
                <a:path extrusionOk="0" h="2755" w="2755">
                  <a:moveTo>
                    <a:pt x="526" y="0"/>
                  </a:moveTo>
                  <a:lnTo>
                    <a:pt x="1" y="526"/>
                  </a:lnTo>
                  <a:lnTo>
                    <a:pt x="2229" y="2754"/>
                  </a:lnTo>
                  <a:lnTo>
                    <a:pt x="2755" y="222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8"/>
            <p:cNvSpPr/>
            <p:nvPr/>
          </p:nvSpPr>
          <p:spPr>
            <a:xfrm>
              <a:off x="3560536" y="1784682"/>
              <a:ext cx="41264" cy="41579"/>
            </a:xfrm>
            <a:custGeom>
              <a:rect b="b" l="l" r="r" t="t"/>
              <a:pathLst>
                <a:path extrusionOk="0" h="2777" w="2756">
                  <a:moveTo>
                    <a:pt x="527" y="1"/>
                  </a:moveTo>
                  <a:lnTo>
                    <a:pt x="1" y="548"/>
                  </a:lnTo>
                  <a:lnTo>
                    <a:pt x="2230" y="2776"/>
                  </a:lnTo>
                  <a:lnTo>
                    <a:pt x="2755" y="2251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8"/>
            <p:cNvSpPr/>
            <p:nvPr/>
          </p:nvSpPr>
          <p:spPr>
            <a:xfrm>
              <a:off x="3660957" y="1717635"/>
              <a:ext cx="24570" cy="24884"/>
            </a:xfrm>
            <a:custGeom>
              <a:rect b="b" l="l" r="r" t="t"/>
              <a:pathLst>
                <a:path extrusionOk="0" h="1662" w="1641">
                  <a:moveTo>
                    <a:pt x="526" y="1"/>
                  </a:moveTo>
                  <a:lnTo>
                    <a:pt x="1" y="547"/>
                  </a:lnTo>
                  <a:lnTo>
                    <a:pt x="1115" y="1662"/>
                  </a:lnTo>
                  <a:lnTo>
                    <a:pt x="1641" y="113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8"/>
            <p:cNvSpPr/>
            <p:nvPr/>
          </p:nvSpPr>
          <p:spPr>
            <a:xfrm>
              <a:off x="3681739" y="1696868"/>
              <a:ext cx="24570" cy="24555"/>
            </a:xfrm>
            <a:custGeom>
              <a:rect b="b" l="l" r="r" t="t"/>
              <a:pathLst>
                <a:path extrusionOk="0" h="1640" w="1641">
                  <a:moveTo>
                    <a:pt x="526" y="0"/>
                  </a:moveTo>
                  <a:lnTo>
                    <a:pt x="0" y="526"/>
                  </a:lnTo>
                  <a:lnTo>
                    <a:pt x="1115" y="1640"/>
                  </a:lnTo>
                  <a:lnTo>
                    <a:pt x="1640" y="111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8"/>
            <p:cNvSpPr/>
            <p:nvPr/>
          </p:nvSpPr>
          <p:spPr>
            <a:xfrm>
              <a:off x="3686141" y="1659092"/>
              <a:ext cx="41249" cy="41564"/>
            </a:xfrm>
            <a:custGeom>
              <a:rect b="b" l="l" r="r" t="t"/>
              <a:pathLst>
                <a:path extrusionOk="0" h="2776" w="2755">
                  <a:moveTo>
                    <a:pt x="526" y="0"/>
                  </a:moveTo>
                  <a:lnTo>
                    <a:pt x="1" y="547"/>
                  </a:lnTo>
                  <a:lnTo>
                    <a:pt x="2229" y="2775"/>
                  </a:lnTo>
                  <a:lnTo>
                    <a:pt x="2755" y="2250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8"/>
            <p:cNvSpPr/>
            <p:nvPr/>
          </p:nvSpPr>
          <p:spPr>
            <a:xfrm>
              <a:off x="3723602" y="1654990"/>
              <a:ext cx="24884" cy="24570"/>
            </a:xfrm>
            <a:custGeom>
              <a:rect b="b" l="l" r="r" t="t"/>
              <a:pathLst>
                <a:path extrusionOk="0" h="1641" w="1662">
                  <a:moveTo>
                    <a:pt x="526" y="1"/>
                  </a:moveTo>
                  <a:lnTo>
                    <a:pt x="1" y="526"/>
                  </a:lnTo>
                  <a:lnTo>
                    <a:pt x="1115" y="1641"/>
                  </a:lnTo>
                  <a:lnTo>
                    <a:pt x="1662" y="111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8"/>
            <p:cNvSpPr/>
            <p:nvPr/>
          </p:nvSpPr>
          <p:spPr>
            <a:xfrm>
              <a:off x="3744698" y="1633909"/>
              <a:ext cx="24570" cy="24884"/>
            </a:xfrm>
            <a:custGeom>
              <a:rect b="b" l="l" r="r" t="t"/>
              <a:pathLst>
                <a:path extrusionOk="0" h="1662" w="1641">
                  <a:moveTo>
                    <a:pt x="526" y="0"/>
                  </a:moveTo>
                  <a:lnTo>
                    <a:pt x="0" y="547"/>
                  </a:lnTo>
                  <a:lnTo>
                    <a:pt x="1115" y="1661"/>
                  </a:lnTo>
                  <a:lnTo>
                    <a:pt x="1640" y="1115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8"/>
            <p:cNvSpPr/>
            <p:nvPr/>
          </p:nvSpPr>
          <p:spPr>
            <a:xfrm>
              <a:off x="3748786" y="1596447"/>
              <a:ext cx="41564" cy="41249"/>
            </a:xfrm>
            <a:custGeom>
              <a:rect b="b" l="l" r="r" t="t"/>
              <a:pathLst>
                <a:path extrusionOk="0" h="2755" w="2776">
                  <a:moveTo>
                    <a:pt x="526" y="0"/>
                  </a:moveTo>
                  <a:lnTo>
                    <a:pt x="1" y="526"/>
                  </a:lnTo>
                  <a:lnTo>
                    <a:pt x="2229" y="2755"/>
                  </a:lnTo>
                  <a:lnTo>
                    <a:pt x="2776" y="222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8"/>
            <p:cNvSpPr/>
            <p:nvPr/>
          </p:nvSpPr>
          <p:spPr>
            <a:xfrm>
              <a:off x="3786561" y="1592030"/>
              <a:ext cx="24570" cy="24884"/>
            </a:xfrm>
            <a:custGeom>
              <a:rect b="b" l="l" r="r" t="t"/>
              <a:pathLst>
                <a:path extrusionOk="0" h="1662" w="1641">
                  <a:moveTo>
                    <a:pt x="526" y="1"/>
                  </a:moveTo>
                  <a:lnTo>
                    <a:pt x="0" y="548"/>
                  </a:lnTo>
                  <a:lnTo>
                    <a:pt x="1115" y="1662"/>
                  </a:lnTo>
                  <a:lnTo>
                    <a:pt x="1640" y="113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8"/>
            <p:cNvSpPr/>
            <p:nvPr/>
          </p:nvSpPr>
          <p:spPr>
            <a:xfrm>
              <a:off x="3807343" y="1571264"/>
              <a:ext cx="24869" cy="24570"/>
            </a:xfrm>
            <a:custGeom>
              <a:rect b="b" l="l" r="r" t="t"/>
              <a:pathLst>
                <a:path extrusionOk="0" h="1641" w="1661">
                  <a:moveTo>
                    <a:pt x="526" y="0"/>
                  </a:moveTo>
                  <a:lnTo>
                    <a:pt x="0" y="526"/>
                  </a:lnTo>
                  <a:lnTo>
                    <a:pt x="1114" y="1640"/>
                  </a:lnTo>
                  <a:lnTo>
                    <a:pt x="1661" y="1115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8"/>
            <p:cNvSpPr/>
            <p:nvPr/>
          </p:nvSpPr>
          <p:spPr>
            <a:xfrm>
              <a:off x="3811745" y="1533488"/>
              <a:ext cx="41249" cy="41564"/>
            </a:xfrm>
            <a:custGeom>
              <a:rect b="b" l="l" r="r" t="t"/>
              <a:pathLst>
                <a:path extrusionOk="0" h="2776" w="2755">
                  <a:moveTo>
                    <a:pt x="526" y="0"/>
                  </a:moveTo>
                  <a:lnTo>
                    <a:pt x="0" y="526"/>
                  </a:lnTo>
                  <a:lnTo>
                    <a:pt x="2229" y="2776"/>
                  </a:lnTo>
                  <a:lnTo>
                    <a:pt x="2755" y="222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8"/>
            <p:cNvSpPr/>
            <p:nvPr/>
          </p:nvSpPr>
          <p:spPr>
            <a:xfrm>
              <a:off x="3597998" y="1780594"/>
              <a:ext cx="24570" cy="24570"/>
            </a:xfrm>
            <a:custGeom>
              <a:rect b="b" l="l" r="r" t="t"/>
              <a:pathLst>
                <a:path extrusionOk="0" h="1641" w="1641">
                  <a:moveTo>
                    <a:pt x="526" y="1"/>
                  </a:moveTo>
                  <a:lnTo>
                    <a:pt x="1" y="526"/>
                  </a:lnTo>
                  <a:lnTo>
                    <a:pt x="1115" y="1640"/>
                  </a:lnTo>
                  <a:lnTo>
                    <a:pt x="1641" y="111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8"/>
            <p:cNvSpPr/>
            <p:nvPr/>
          </p:nvSpPr>
          <p:spPr>
            <a:xfrm>
              <a:off x="3623181" y="1625090"/>
              <a:ext cx="108940" cy="108925"/>
            </a:xfrm>
            <a:custGeom>
              <a:rect b="b" l="l" r="r" t="t"/>
              <a:pathLst>
                <a:path extrusionOk="0" h="7275" w="7276">
                  <a:moveTo>
                    <a:pt x="3070" y="1"/>
                  </a:moveTo>
                  <a:lnTo>
                    <a:pt x="1" y="3049"/>
                  </a:lnTo>
                  <a:lnTo>
                    <a:pt x="4206" y="7275"/>
                  </a:lnTo>
                  <a:lnTo>
                    <a:pt x="7275" y="4205"/>
                  </a:lnTo>
                  <a:lnTo>
                    <a:pt x="3070" y="1"/>
                  </a:lnTo>
                  <a:close/>
                </a:path>
              </a:pathLst>
            </a:custGeom>
            <a:solidFill>
              <a:srgbClr val="B2C2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8"/>
            <p:cNvSpPr/>
            <p:nvPr/>
          </p:nvSpPr>
          <p:spPr>
            <a:xfrm>
              <a:off x="3517416" y="1493826"/>
              <a:ext cx="316698" cy="313225"/>
            </a:xfrm>
            <a:custGeom>
              <a:rect b="b" l="l" r="r" t="t"/>
              <a:pathLst>
                <a:path extrusionOk="0" h="20920" w="21152">
                  <a:moveTo>
                    <a:pt x="2387" y="0"/>
                  </a:moveTo>
                  <a:cubicBezTo>
                    <a:pt x="1835" y="0"/>
                    <a:pt x="1283" y="211"/>
                    <a:pt x="863" y="631"/>
                  </a:cubicBezTo>
                  <a:cubicBezTo>
                    <a:pt x="1" y="1472"/>
                    <a:pt x="1" y="2839"/>
                    <a:pt x="863" y="3701"/>
                  </a:cubicBezTo>
                  <a:lnTo>
                    <a:pt x="18082" y="20920"/>
                  </a:lnTo>
                  <a:lnTo>
                    <a:pt x="21151" y="17871"/>
                  </a:lnTo>
                  <a:lnTo>
                    <a:pt x="3911" y="631"/>
                  </a:lnTo>
                  <a:cubicBezTo>
                    <a:pt x="3491" y="211"/>
                    <a:pt x="2939" y="0"/>
                    <a:pt x="2387" y="0"/>
                  </a:cubicBezTo>
                  <a:close/>
                </a:path>
              </a:pathLst>
            </a:custGeom>
            <a:solidFill>
              <a:srgbClr val="6B83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8"/>
            <p:cNvSpPr/>
            <p:nvPr/>
          </p:nvSpPr>
          <p:spPr>
            <a:xfrm>
              <a:off x="3788133" y="1761399"/>
              <a:ext cx="73230" cy="72287"/>
            </a:xfrm>
            <a:custGeom>
              <a:rect b="b" l="l" r="r" t="t"/>
              <a:pathLst>
                <a:path extrusionOk="0" h="4828" w="4891">
                  <a:moveTo>
                    <a:pt x="3070" y="0"/>
                  </a:moveTo>
                  <a:lnTo>
                    <a:pt x="1" y="3049"/>
                  </a:lnTo>
                  <a:lnTo>
                    <a:pt x="4521" y="4815"/>
                  </a:lnTo>
                  <a:cubicBezTo>
                    <a:pt x="4546" y="4823"/>
                    <a:pt x="4572" y="4827"/>
                    <a:pt x="4597" y="4827"/>
                  </a:cubicBezTo>
                  <a:cubicBezTo>
                    <a:pt x="4756" y="4827"/>
                    <a:pt x="4891" y="4666"/>
                    <a:pt x="4836" y="4520"/>
                  </a:cubicBezTo>
                  <a:lnTo>
                    <a:pt x="3070" y="0"/>
                  </a:ln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8"/>
            <p:cNvSpPr/>
            <p:nvPr/>
          </p:nvSpPr>
          <p:spPr>
            <a:xfrm>
              <a:off x="3822136" y="1761399"/>
              <a:ext cx="39198" cy="72407"/>
            </a:xfrm>
            <a:custGeom>
              <a:rect b="b" l="l" r="r" t="t"/>
              <a:pathLst>
                <a:path extrusionOk="0" h="4836" w="2618">
                  <a:moveTo>
                    <a:pt x="799" y="0"/>
                  </a:moveTo>
                  <a:lnTo>
                    <a:pt x="0" y="778"/>
                  </a:lnTo>
                  <a:lnTo>
                    <a:pt x="1451" y="4499"/>
                  </a:lnTo>
                  <a:lnTo>
                    <a:pt x="2250" y="4815"/>
                  </a:lnTo>
                  <a:cubicBezTo>
                    <a:pt x="2282" y="4829"/>
                    <a:pt x="2313" y="4835"/>
                    <a:pt x="2344" y="4835"/>
                  </a:cubicBezTo>
                  <a:cubicBezTo>
                    <a:pt x="2495" y="4835"/>
                    <a:pt x="2618" y="4678"/>
                    <a:pt x="2565" y="4520"/>
                  </a:cubicBezTo>
                  <a:lnTo>
                    <a:pt x="799" y="0"/>
                  </a:lnTo>
                  <a:close/>
                </a:path>
              </a:pathLst>
            </a:custGeom>
            <a:solidFill>
              <a:srgbClr val="9FB3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8"/>
            <p:cNvSpPr/>
            <p:nvPr/>
          </p:nvSpPr>
          <p:spPr>
            <a:xfrm>
              <a:off x="3541656" y="1493781"/>
              <a:ext cx="292458" cy="313270"/>
            </a:xfrm>
            <a:custGeom>
              <a:rect b="b" l="l" r="r" t="t"/>
              <a:pathLst>
                <a:path extrusionOk="0" h="20923" w="19533">
                  <a:moveTo>
                    <a:pt x="789" y="0"/>
                  </a:moveTo>
                  <a:cubicBezTo>
                    <a:pt x="524" y="0"/>
                    <a:pt x="257" y="49"/>
                    <a:pt x="1" y="151"/>
                  </a:cubicBezTo>
                  <a:cubicBezTo>
                    <a:pt x="295" y="256"/>
                    <a:pt x="547" y="424"/>
                    <a:pt x="778" y="634"/>
                  </a:cubicBezTo>
                  <a:lnTo>
                    <a:pt x="15706" y="15561"/>
                  </a:lnTo>
                  <a:cubicBezTo>
                    <a:pt x="16967" y="16844"/>
                    <a:pt x="16967" y="18904"/>
                    <a:pt x="15706" y="20166"/>
                  </a:cubicBezTo>
                  <a:lnTo>
                    <a:pt x="16463" y="20923"/>
                  </a:lnTo>
                  <a:lnTo>
                    <a:pt x="19532" y="17874"/>
                  </a:lnTo>
                  <a:lnTo>
                    <a:pt x="2292" y="634"/>
                  </a:lnTo>
                  <a:cubicBezTo>
                    <a:pt x="1893" y="220"/>
                    <a:pt x="1348" y="0"/>
                    <a:pt x="789" y="0"/>
                  </a:cubicBezTo>
                  <a:close/>
                </a:path>
              </a:pathLst>
            </a:custGeom>
            <a:solidFill>
              <a:srgbClr val="4E67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8"/>
            <p:cNvSpPr/>
            <p:nvPr/>
          </p:nvSpPr>
          <p:spPr>
            <a:xfrm>
              <a:off x="3834728" y="1807979"/>
              <a:ext cx="26636" cy="25708"/>
            </a:xfrm>
            <a:custGeom>
              <a:rect b="b" l="l" r="r" t="t"/>
              <a:pathLst>
                <a:path extrusionOk="0" h="1717" w="1779">
                  <a:moveTo>
                    <a:pt x="1157" y="1"/>
                  </a:moveTo>
                  <a:lnTo>
                    <a:pt x="0" y="1157"/>
                  </a:lnTo>
                  <a:lnTo>
                    <a:pt x="1409" y="1704"/>
                  </a:lnTo>
                  <a:cubicBezTo>
                    <a:pt x="1434" y="1712"/>
                    <a:pt x="1460" y="1716"/>
                    <a:pt x="1485" y="1716"/>
                  </a:cubicBezTo>
                  <a:cubicBezTo>
                    <a:pt x="1644" y="1716"/>
                    <a:pt x="1779" y="1555"/>
                    <a:pt x="1724" y="1409"/>
                  </a:cubicBezTo>
                  <a:lnTo>
                    <a:pt x="1157" y="1"/>
                  </a:lnTo>
                  <a:close/>
                </a:path>
              </a:pathLst>
            </a:custGeom>
            <a:solidFill>
              <a:srgbClr val="2943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8"/>
            <p:cNvSpPr/>
            <p:nvPr/>
          </p:nvSpPr>
          <p:spPr>
            <a:xfrm>
              <a:off x="3552047" y="1524984"/>
              <a:ext cx="68320" cy="68334"/>
            </a:xfrm>
            <a:custGeom>
              <a:rect b="b" l="l" r="r" t="t"/>
              <a:pathLst>
                <a:path extrusionOk="0" h="4564" w="4563">
                  <a:moveTo>
                    <a:pt x="3049" y="1"/>
                  </a:moveTo>
                  <a:lnTo>
                    <a:pt x="0" y="3070"/>
                  </a:lnTo>
                  <a:lnTo>
                    <a:pt x="1493" y="4563"/>
                  </a:lnTo>
                  <a:lnTo>
                    <a:pt x="4563" y="1494"/>
                  </a:lnTo>
                  <a:lnTo>
                    <a:pt x="3049" y="1"/>
                  </a:lnTo>
                  <a:close/>
                </a:path>
              </a:pathLst>
            </a:custGeom>
            <a:solidFill>
              <a:srgbClr val="2943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8"/>
            <p:cNvSpPr/>
            <p:nvPr/>
          </p:nvSpPr>
          <p:spPr>
            <a:xfrm>
              <a:off x="3593281" y="1566218"/>
              <a:ext cx="221623" cy="221952"/>
            </a:xfrm>
            <a:custGeom>
              <a:rect b="b" l="l" r="r" t="t"/>
              <a:pathLst>
                <a:path extrusionOk="0" h="14824" w="14802">
                  <a:moveTo>
                    <a:pt x="526" y="1"/>
                  </a:moveTo>
                  <a:lnTo>
                    <a:pt x="1" y="548"/>
                  </a:lnTo>
                  <a:lnTo>
                    <a:pt x="14276" y="14823"/>
                  </a:lnTo>
                  <a:lnTo>
                    <a:pt x="14802" y="14298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9" name="Google Shape;659;p48"/>
          <p:cNvGrpSpPr/>
          <p:nvPr/>
        </p:nvGrpSpPr>
        <p:grpSpPr>
          <a:xfrm>
            <a:off x="8098636" y="3289580"/>
            <a:ext cx="437430" cy="504012"/>
            <a:chOff x="1942825" y="2745350"/>
            <a:chExt cx="278175" cy="371225"/>
          </a:xfrm>
        </p:grpSpPr>
        <p:sp>
          <p:nvSpPr>
            <p:cNvPr id="660" name="Google Shape;660;p48"/>
            <p:cNvSpPr/>
            <p:nvPr/>
          </p:nvSpPr>
          <p:spPr>
            <a:xfrm>
              <a:off x="2098975" y="2874025"/>
              <a:ext cx="122025" cy="152325"/>
            </a:xfrm>
            <a:custGeom>
              <a:rect b="b" l="l" r="r" t="t"/>
              <a:pathLst>
                <a:path extrusionOk="0" h="6093" w="4881">
                  <a:moveTo>
                    <a:pt x="2598" y="1"/>
                  </a:moveTo>
                  <a:cubicBezTo>
                    <a:pt x="2374" y="1"/>
                    <a:pt x="2126" y="70"/>
                    <a:pt x="1865" y="221"/>
                  </a:cubicBezTo>
                  <a:cubicBezTo>
                    <a:pt x="834" y="822"/>
                    <a:pt x="1" y="2420"/>
                    <a:pt x="1" y="3795"/>
                  </a:cubicBezTo>
                  <a:cubicBezTo>
                    <a:pt x="1" y="4551"/>
                    <a:pt x="250" y="5084"/>
                    <a:pt x="645" y="5307"/>
                  </a:cubicBezTo>
                  <a:lnTo>
                    <a:pt x="1796" y="5977"/>
                  </a:lnTo>
                  <a:cubicBezTo>
                    <a:pt x="1934" y="6053"/>
                    <a:pt x="2090" y="6093"/>
                    <a:pt x="2259" y="6093"/>
                  </a:cubicBezTo>
                  <a:cubicBezTo>
                    <a:pt x="2490" y="6093"/>
                    <a:pt x="2745" y="6019"/>
                    <a:pt x="3007" y="5865"/>
                  </a:cubicBezTo>
                  <a:cubicBezTo>
                    <a:pt x="4038" y="5273"/>
                    <a:pt x="4872" y="3675"/>
                    <a:pt x="4872" y="2300"/>
                  </a:cubicBezTo>
                  <a:cubicBezTo>
                    <a:pt x="4880" y="1492"/>
                    <a:pt x="4588" y="943"/>
                    <a:pt x="4150" y="745"/>
                  </a:cubicBezTo>
                  <a:lnTo>
                    <a:pt x="2999" y="83"/>
                  </a:lnTo>
                  <a:cubicBezTo>
                    <a:pt x="2877" y="30"/>
                    <a:pt x="2743" y="1"/>
                    <a:pt x="25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48"/>
            <p:cNvSpPr/>
            <p:nvPr/>
          </p:nvSpPr>
          <p:spPr>
            <a:xfrm>
              <a:off x="2086000" y="2822150"/>
              <a:ext cx="66475" cy="89625"/>
            </a:xfrm>
            <a:custGeom>
              <a:rect b="b" l="l" r="r" t="t"/>
              <a:pathLst>
                <a:path extrusionOk="0" h="3585" w="2659">
                  <a:moveTo>
                    <a:pt x="415" y="0"/>
                  </a:moveTo>
                  <a:cubicBezTo>
                    <a:pt x="205" y="0"/>
                    <a:pt x="1" y="227"/>
                    <a:pt x="150" y="466"/>
                  </a:cubicBezTo>
                  <a:lnTo>
                    <a:pt x="2014" y="3447"/>
                  </a:lnTo>
                  <a:cubicBezTo>
                    <a:pt x="2075" y="3533"/>
                    <a:pt x="2169" y="3585"/>
                    <a:pt x="2272" y="3585"/>
                  </a:cubicBezTo>
                  <a:cubicBezTo>
                    <a:pt x="2513" y="3585"/>
                    <a:pt x="2659" y="3327"/>
                    <a:pt x="2530" y="3121"/>
                  </a:cubicBezTo>
                  <a:lnTo>
                    <a:pt x="666" y="148"/>
                  </a:lnTo>
                  <a:cubicBezTo>
                    <a:pt x="600" y="44"/>
                    <a:pt x="507" y="0"/>
                    <a:pt x="4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48"/>
            <p:cNvSpPr/>
            <p:nvPr/>
          </p:nvSpPr>
          <p:spPr>
            <a:xfrm>
              <a:off x="2127550" y="2890575"/>
              <a:ext cx="93450" cy="135875"/>
            </a:xfrm>
            <a:custGeom>
              <a:rect b="b" l="l" r="r" t="t"/>
              <a:pathLst>
                <a:path extrusionOk="0" h="5435" w="3738">
                  <a:moveTo>
                    <a:pt x="2612" y="1"/>
                  </a:moveTo>
                  <a:cubicBezTo>
                    <a:pt x="2383" y="1"/>
                    <a:pt x="2130" y="74"/>
                    <a:pt x="1864" y="229"/>
                  </a:cubicBezTo>
                  <a:cubicBezTo>
                    <a:pt x="834" y="822"/>
                    <a:pt x="0" y="2420"/>
                    <a:pt x="0" y="3794"/>
                  </a:cubicBezTo>
                  <a:cubicBezTo>
                    <a:pt x="0" y="4820"/>
                    <a:pt x="464" y="5434"/>
                    <a:pt x="1127" y="5434"/>
                  </a:cubicBezTo>
                  <a:cubicBezTo>
                    <a:pt x="1353" y="5434"/>
                    <a:pt x="1602" y="5363"/>
                    <a:pt x="1864" y="5212"/>
                  </a:cubicBezTo>
                  <a:cubicBezTo>
                    <a:pt x="2895" y="4611"/>
                    <a:pt x="3737" y="3013"/>
                    <a:pt x="3737" y="1638"/>
                  </a:cubicBezTo>
                  <a:cubicBezTo>
                    <a:pt x="3737" y="611"/>
                    <a:pt x="3273" y="1"/>
                    <a:pt x="26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8"/>
            <p:cNvSpPr/>
            <p:nvPr/>
          </p:nvSpPr>
          <p:spPr>
            <a:xfrm>
              <a:off x="2147525" y="2919800"/>
              <a:ext cx="53275" cy="77275"/>
            </a:xfrm>
            <a:custGeom>
              <a:rect b="b" l="l" r="r" t="t"/>
              <a:pathLst>
                <a:path extrusionOk="0" h="3091" w="2131">
                  <a:moveTo>
                    <a:pt x="1487" y="0"/>
                  </a:moveTo>
                  <a:cubicBezTo>
                    <a:pt x="1358" y="0"/>
                    <a:pt x="1216" y="40"/>
                    <a:pt x="1065" y="125"/>
                  </a:cubicBezTo>
                  <a:cubicBezTo>
                    <a:pt x="481" y="469"/>
                    <a:pt x="0" y="1371"/>
                    <a:pt x="0" y="2162"/>
                  </a:cubicBezTo>
                  <a:cubicBezTo>
                    <a:pt x="0" y="2742"/>
                    <a:pt x="266" y="3091"/>
                    <a:pt x="642" y="3091"/>
                  </a:cubicBezTo>
                  <a:cubicBezTo>
                    <a:pt x="772" y="3091"/>
                    <a:pt x="915" y="3049"/>
                    <a:pt x="1065" y="2961"/>
                  </a:cubicBezTo>
                  <a:cubicBezTo>
                    <a:pt x="1658" y="2625"/>
                    <a:pt x="2131" y="1715"/>
                    <a:pt x="2131" y="933"/>
                  </a:cubicBezTo>
                  <a:cubicBezTo>
                    <a:pt x="2131" y="349"/>
                    <a:pt x="1867" y="0"/>
                    <a:pt x="14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8"/>
            <p:cNvSpPr/>
            <p:nvPr/>
          </p:nvSpPr>
          <p:spPr>
            <a:xfrm>
              <a:off x="2156100" y="2930925"/>
              <a:ext cx="32025" cy="54150"/>
            </a:xfrm>
            <a:custGeom>
              <a:rect b="b" l="l" r="r" t="t"/>
              <a:pathLst>
                <a:path extrusionOk="0" h="2166" w="1281">
                  <a:moveTo>
                    <a:pt x="1048" y="0"/>
                  </a:moveTo>
                  <a:cubicBezTo>
                    <a:pt x="941" y="0"/>
                    <a:pt x="836" y="33"/>
                    <a:pt x="748" y="93"/>
                  </a:cubicBezTo>
                  <a:cubicBezTo>
                    <a:pt x="344" y="342"/>
                    <a:pt x="1" y="978"/>
                    <a:pt x="1" y="1519"/>
                  </a:cubicBezTo>
                  <a:cubicBezTo>
                    <a:pt x="1" y="1928"/>
                    <a:pt x="191" y="2165"/>
                    <a:pt x="454" y="2165"/>
                  </a:cubicBezTo>
                  <a:cubicBezTo>
                    <a:pt x="545" y="2165"/>
                    <a:pt x="645" y="2137"/>
                    <a:pt x="748" y="2077"/>
                  </a:cubicBezTo>
                  <a:cubicBezTo>
                    <a:pt x="946" y="1949"/>
                    <a:pt x="1109" y="1785"/>
                    <a:pt x="1229" y="1588"/>
                  </a:cubicBezTo>
                  <a:cubicBezTo>
                    <a:pt x="1272" y="1519"/>
                    <a:pt x="1281" y="1424"/>
                    <a:pt x="1247" y="1356"/>
                  </a:cubicBezTo>
                  <a:cubicBezTo>
                    <a:pt x="1234" y="1343"/>
                    <a:pt x="1217" y="1337"/>
                    <a:pt x="1200" y="1337"/>
                  </a:cubicBezTo>
                  <a:cubicBezTo>
                    <a:pt x="1160" y="1337"/>
                    <a:pt x="1113" y="1368"/>
                    <a:pt x="1083" y="1416"/>
                  </a:cubicBezTo>
                  <a:cubicBezTo>
                    <a:pt x="997" y="1553"/>
                    <a:pt x="886" y="1674"/>
                    <a:pt x="748" y="1760"/>
                  </a:cubicBezTo>
                  <a:cubicBezTo>
                    <a:pt x="688" y="1802"/>
                    <a:pt x="617" y="1823"/>
                    <a:pt x="547" y="1823"/>
                  </a:cubicBezTo>
                  <a:cubicBezTo>
                    <a:pt x="488" y="1823"/>
                    <a:pt x="430" y="1808"/>
                    <a:pt x="379" y="1777"/>
                  </a:cubicBezTo>
                  <a:cubicBezTo>
                    <a:pt x="267" y="1674"/>
                    <a:pt x="216" y="1528"/>
                    <a:pt x="224" y="1381"/>
                  </a:cubicBezTo>
                  <a:cubicBezTo>
                    <a:pt x="233" y="1184"/>
                    <a:pt x="284" y="995"/>
                    <a:pt x="379" y="823"/>
                  </a:cubicBezTo>
                  <a:cubicBezTo>
                    <a:pt x="465" y="651"/>
                    <a:pt x="594" y="514"/>
                    <a:pt x="748" y="411"/>
                  </a:cubicBezTo>
                  <a:cubicBezTo>
                    <a:pt x="806" y="364"/>
                    <a:pt x="876" y="342"/>
                    <a:pt x="947" y="342"/>
                  </a:cubicBezTo>
                  <a:cubicBezTo>
                    <a:pt x="993" y="342"/>
                    <a:pt x="1040" y="351"/>
                    <a:pt x="1083" y="368"/>
                  </a:cubicBezTo>
                  <a:cubicBezTo>
                    <a:pt x="1089" y="370"/>
                    <a:pt x="1095" y="371"/>
                    <a:pt x="1102" y="371"/>
                  </a:cubicBezTo>
                  <a:cubicBezTo>
                    <a:pt x="1147" y="371"/>
                    <a:pt x="1217" y="321"/>
                    <a:pt x="1247" y="239"/>
                  </a:cubicBezTo>
                  <a:cubicBezTo>
                    <a:pt x="1281" y="153"/>
                    <a:pt x="1272" y="58"/>
                    <a:pt x="1229" y="33"/>
                  </a:cubicBezTo>
                  <a:cubicBezTo>
                    <a:pt x="1170" y="11"/>
                    <a:pt x="1109" y="0"/>
                    <a:pt x="1048" y="0"/>
                  </a:cubicBezTo>
                  <a:close/>
                </a:path>
              </a:pathLst>
            </a:custGeom>
            <a:solidFill>
              <a:srgbClr val="6565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8"/>
            <p:cNvSpPr/>
            <p:nvPr/>
          </p:nvSpPr>
          <p:spPr>
            <a:xfrm>
              <a:off x="1996300" y="2812800"/>
              <a:ext cx="98550" cy="233650"/>
            </a:xfrm>
            <a:custGeom>
              <a:rect b="b" l="l" r="r" t="t"/>
              <a:pathLst>
                <a:path extrusionOk="0" h="9346" w="3942">
                  <a:moveTo>
                    <a:pt x="3557" y="0"/>
                  </a:moveTo>
                  <a:cubicBezTo>
                    <a:pt x="3445" y="0"/>
                    <a:pt x="3334" y="61"/>
                    <a:pt x="3283" y="204"/>
                  </a:cubicBezTo>
                  <a:lnTo>
                    <a:pt x="61" y="8942"/>
                  </a:lnTo>
                  <a:cubicBezTo>
                    <a:pt x="1" y="9096"/>
                    <a:pt x="78" y="9268"/>
                    <a:pt x="241" y="9328"/>
                  </a:cubicBezTo>
                  <a:cubicBezTo>
                    <a:pt x="276" y="9345"/>
                    <a:pt x="310" y="9345"/>
                    <a:pt x="344" y="9345"/>
                  </a:cubicBezTo>
                  <a:cubicBezTo>
                    <a:pt x="473" y="9345"/>
                    <a:pt x="585" y="9268"/>
                    <a:pt x="628" y="9156"/>
                  </a:cubicBezTo>
                  <a:lnTo>
                    <a:pt x="3850" y="419"/>
                  </a:lnTo>
                  <a:cubicBezTo>
                    <a:pt x="3942" y="176"/>
                    <a:pt x="3748" y="0"/>
                    <a:pt x="35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8"/>
            <p:cNvSpPr/>
            <p:nvPr/>
          </p:nvSpPr>
          <p:spPr>
            <a:xfrm>
              <a:off x="2020800" y="2745350"/>
              <a:ext cx="122025" cy="152200"/>
            </a:xfrm>
            <a:custGeom>
              <a:rect b="b" l="l" r="r" t="t"/>
              <a:pathLst>
                <a:path extrusionOk="0" h="6088" w="4881">
                  <a:moveTo>
                    <a:pt x="2618" y="1"/>
                  </a:moveTo>
                  <a:cubicBezTo>
                    <a:pt x="2390" y="1"/>
                    <a:pt x="2138" y="72"/>
                    <a:pt x="1873" y="222"/>
                  </a:cubicBezTo>
                  <a:cubicBezTo>
                    <a:pt x="842" y="815"/>
                    <a:pt x="0" y="2412"/>
                    <a:pt x="0" y="3796"/>
                  </a:cubicBezTo>
                  <a:cubicBezTo>
                    <a:pt x="0" y="4586"/>
                    <a:pt x="284" y="5093"/>
                    <a:pt x="722" y="5342"/>
                  </a:cubicBezTo>
                  <a:lnTo>
                    <a:pt x="1710" y="5909"/>
                  </a:lnTo>
                  <a:cubicBezTo>
                    <a:pt x="1872" y="6026"/>
                    <a:pt x="2064" y="6088"/>
                    <a:pt x="2277" y="6088"/>
                  </a:cubicBezTo>
                  <a:cubicBezTo>
                    <a:pt x="2504" y="6088"/>
                    <a:pt x="2754" y="6017"/>
                    <a:pt x="3016" y="5866"/>
                  </a:cubicBezTo>
                  <a:cubicBezTo>
                    <a:pt x="4047" y="5265"/>
                    <a:pt x="4880" y="3667"/>
                    <a:pt x="4880" y="2292"/>
                  </a:cubicBezTo>
                  <a:cubicBezTo>
                    <a:pt x="4880" y="1528"/>
                    <a:pt x="4622" y="995"/>
                    <a:pt x="4210" y="772"/>
                  </a:cubicBezTo>
                  <a:lnTo>
                    <a:pt x="3067" y="110"/>
                  </a:lnTo>
                  <a:cubicBezTo>
                    <a:pt x="2934" y="38"/>
                    <a:pt x="2783" y="1"/>
                    <a:pt x="26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8"/>
            <p:cNvSpPr/>
            <p:nvPr/>
          </p:nvSpPr>
          <p:spPr>
            <a:xfrm>
              <a:off x="1942825" y="2964350"/>
              <a:ext cx="122025" cy="152225"/>
            </a:xfrm>
            <a:custGeom>
              <a:rect b="b" l="l" r="r" t="t"/>
              <a:pathLst>
                <a:path extrusionOk="0" h="6089" w="4881">
                  <a:moveTo>
                    <a:pt x="2603" y="1"/>
                  </a:moveTo>
                  <a:cubicBezTo>
                    <a:pt x="2376" y="1"/>
                    <a:pt x="2127" y="73"/>
                    <a:pt x="1865" y="225"/>
                  </a:cubicBezTo>
                  <a:cubicBezTo>
                    <a:pt x="834" y="818"/>
                    <a:pt x="1" y="2416"/>
                    <a:pt x="1" y="3790"/>
                  </a:cubicBezTo>
                  <a:cubicBezTo>
                    <a:pt x="1" y="4555"/>
                    <a:pt x="250" y="5079"/>
                    <a:pt x="654" y="5311"/>
                  </a:cubicBezTo>
                  <a:lnTo>
                    <a:pt x="1805" y="5973"/>
                  </a:lnTo>
                  <a:cubicBezTo>
                    <a:pt x="1944" y="6049"/>
                    <a:pt x="2100" y="6089"/>
                    <a:pt x="2269" y="6089"/>
                  </a:cubicBezTo>
                  <a:cubicBezTo>
                    <a:pt x="2496" y="6089"/>
                    <a:pt x="2746" y="6017"/>
                    <a:pt x="3008" y="5869"/>
                  </a:cubicBezTo>
                  <a:cubicBezTo>
                    <a:pt x="4039" y="5277"/>
                    <a:pt x="4880" y="3679"/>
                    <a:pt x="4880" y="2295"/>
                  </a:cubicBezTo>
                  <a:cubicBezTo>
                    <a:pt x="4880" y="1488"/>
                    <a:pt x="4597" y="947"/>
                    <a:pt x="4150" y="740"/>
                  </a:cubicBezTo>
                  <a:lnTo>
                    <a:pt x="3008" y="87"/>
                  </a:lnTo>
                  <a:cubicBezTo>
                    <a:pt x="2883" y="30"/>
                    <a:pt x="2748" y="1"/>
                    <a:pt x="26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48"/>
            <p:cNvSpPr/>
            <p:nvPr/>
          </p:nvSpPr>
          <p:spPr>
            <a:xfrm>
              <a:off x="2049350" y="2761750"/>
              <a:ext cx="93475" cy="135825"/>
            </a:xfrm>
            <a:custGeom>
              <a:rect b="b" l="l" r="r" t="t"/>
              <a:pathLst>
                <a:path extrusionOk="0" h="5433" w="3739">
                  <a:moveTo>
                    <a:pt x="2617" y="0"/>
                  </a:moveTo>
                  <a:cubicBezTo>
                    <a:pt x="2389" y="0"/>
                    <a:pt x="2138" y="73"/>
                    <a:pt x="1874" y="227"/>
                  </a:cubicBezTo>
                  <a:cubicBezTo>
                    <a:pt x="843" y="820"/>
                    <a:pt x="1" y="2418"/>
                    <a:pt x="1" y="3793"/>
                  </a:cubicBezTo>
                  <a:cubicBezTo>
                    <a:pt x="1" y="4818"/>
                    <a:pt x="469" y="5432"/>
                    <a:pt x="1135" y="5432"/>
                  </a:cubicBezTo>
                  <a:cubicBezTo>
                    <a:pt x="1362" y="5432"/>
                    <a:pt x="1612" y="5361"/>
                    <a:pt x="1874" y="5210"/>
                  </a:cubicBezTo>
                  <a:cubicBezTo>
                    <a:pt x="2905" y="4609"/>
                    <a:pt x="3738" y="3011"/>
                    <a:pt x="3738" y="1636"/>
                  </a:cubicBezTo>
                  <a:cubicBezTo>
                    <a:pt x="3738" y="614"/>
                    <a:pt x="3277" y="0"/>
                    <a:pt x="26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8"/>
            <p:cNvSpPr/>
            <p:nvPr/>
          </p:nvSpPr>
          <p:spPr>
            <a:xfrm>
              <a:off x="2069550" y="2791100"/>
              <a:ext cx="53300" cy="77325"/>
            </a:xfrm>
            <a:custGeom>
              <a:rect b="b" l="l" r="r" t="t"/>
              <a:pathLst>
                <a:path extrusionOk="0" h="3093" w="2132">
                  <a:moveTo>
                    <a:pt x="1487" y="1"/>
                  </a:moveTo>
                  <a:cubicBezTo>
                    <a:pt x="1358" y="1"/>
                    <a:pt x="1215" y="42"/>
                    <a:pt x="1066" y="127"/>
                  </a:cubicBezTo>
                  <a:cubicBezTo>
                    <a:pt x="473" y="471"/>
                    <a:pt x="0" y="1373"/>
                    <a:pt x="0" y="2163"/>
                  </a:cubicBezTo>
                  <a:cubicBezTo>
                    <a:pt x="0" y="2744"/>
                    <a:pt x="261" y="3092"/>
                    <a:pt x="638" y="3092"/>
                  </a:cubicBezTo>
                  <a:cubicBezTo>
                    <a:pt x="769" y="3092"/>
                    <a:pt x="913" y="3051"/>
                    <a:pt x="1066" y="2962"/>
                  </a:cubicBezTo>
                  <a:cubicBezTo>
                    <a:pt x="1650" y="2627"/>
                    <a:pt x="2131" y="1717"/>
                    <a:pt x="2131" y="935"/>
                  </a:cubicBezTo>
                  <a:cubicBezTo>
                    <a:pt x="2131" y="346"/>
                    <a:pt x="1865" y="1"/>
                    <a:pt x="14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8"/>
            <p:cNvSpPr/>
            <p:nvPr/>
          </p:nvSpPr>
          <p:spPr>
            <a:xfrm>
              <a:off x="1971400" y="2980700"/>
              <a:ext cx="93450" cy="135775"/>
            </a:xfrm>
            <a:custGeom>
              <a:rect b="b" l="l" r="r" t="t"/>
              <a:pathLst>
                <a:path extrusionOk="0" h="5431" w="3738">
                  <a:moveTo>
                    <a:pt x="2607" y="1"/>
                  </a:moveTo>
                  <a:cubicBezTo>
                    <a:pt x="2379" y="1"/>
                    <a:pt x="2128" y="72"/>
                    <a:pt x="1865" y="224"/>
                  </a:cubicBezTo>
                  <a:cubicBezTo>
                    <a:pt x="834" y="817"/>
                    <a:pt x="0" y="2415"/>
                    <a:pt x="0" y="3798"/>
                  </a:cubicBezTo>
                  <a:cubicBezTo>
                    <a:pt x="0" y="4821"/>
                    <a:pt x="462" y="5430"/>
                    <a:pt x="1123" y="5430"/>
                  </a:cubicBezTo>
                  <a:cubicBezTo>
                    <a:pt x="1350" y="5430"/>
                    <a:pt x="1601" y="5358"/>
                    <a:pt x="1865" y="5207"/>
                  </a:cubicBezTo>
                  <a:cubicBezTo>
                    <a:pt x="2896" y="4614"/>
                    <a:pt x="3737" y="3007"/>
                    <a:pt x="3737" y="1633"/>
                  </a:cubicBezTo>
                  <a:cubicBezTo>
                    <a:pt x="3737" y="610"/>
                    <a:pt x="3271" y="1"/>
                    <a:pt x="26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48"/>
            <p:cNvSpPr/>
            <p:nvPr/>
          </p:nvSpPr>
          <p:spPr>
            <a:xfrm>
              <a:off x="1991375" y="3009875"/>
              <a:ext cx="53275" cy="77325"/>
            </a:xfrm>
            <a:custGeom>
              <a:rect b="b" l="l" r="r" t="t"/>
              <a:pathLst>
                <a:path extrusionOk="0" h="3093" w="2131">
                  <a:moveTo>
                    <a:pt x="1493" y="1"/>
                  </a:moveTo>
                  <a:cubicBezTo>
                    <a:pt x="1363" y="1"/>
                    <a:pt x="1218" y="42"/>
                    <a:pt x="1066" y="131"/>
                  </a:cubicBezTo>
                  <a:cubicBezTo>
                    <a:pt x="481" y="466"/>
                    <a:pt x="0" y="1377"/>
                    <a:pt x="0" y="2158"/>
                  </a:cubicBezTo>
                  <a:cubicBezTo>
                    <a:pt x="0" y="2747"/>
                    <a:pt x="267" y="3092"/>
                    <a:pt x="644" y="3092"/>
                  </a:cubicBezTo>
                  <a:cubicBezTo>
                    <a:pt x="774" y="3092"/>
                    <a:pt x="916" y="3052"/>
                    <a:pt x="1066" y="2966"/>
                  </a:cubicBezTo>
                  <a:cubicBezTo>
                    <a:pt x="1658" y="2631"/>
                    <a:pt x="2131" y="1720"/>
                    <a:pt x="2131" y="930"/>
                  </a:cubicBezTo>
                  <a:cubicBezTo>
                    <a:pt x="2131" y="349"/>
                    <a:pt x="1870" y="1"/>
                    <a:pt x="14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48"/>
            <p:cNvSpPr/>
            <p:nvPr/>
          </p:nvSpPr>
          <p:spPr>
            <a:xfrm>
              <a:off x="2081375" y="2805250"/>
              <a:ext cx="29225" cy="55400"/>
            </a:xfrm>
            <a:custGeom>
              <a:rect b="b" l="l" r="r" t="t"/>
              <a:pathLst>
                <a:path extrusionOk="0" h="2216" w="1169">
                  <a:moveTo>
                    <a:pt x="593" y="592"/>
                  </a:moveTo>
                  <a:lnTo>
                    <a:pt x="756" y="1090"/>
                  </a:lnTo>
                  <a:lnTo>
                    <a:pt x="421" y="1279"/>
                  </a:lnTo>
                  <a:lnTo>
                    <a:pt x="421" y="1279"/>
                  </a:lnTo>
                  <a:lnTo>
                    <a:pt x="593" y="592"/>
                  </a:lnTo>
                  <a:close/>
                  <a:moveTo>
                    <a:pt x="627" y="1"/>
                  </a:moveTo>
                  <a:cubicBezTo>
                    <a:pt x="613" y="1"/>
                    <a:pt x="598" y="5"/>
                    <a:pt x="584" y="16"/>
                  </a:cubicBezTo>
                  <a:cubicBezTo>
                    <a:pt x="533" y="51"/>
                    <a:pt x="498" y="111"/>
                    <a:pt x="481" y="180"/>
                  </a:cubicBezTo>
                  <a:lnTo>
                    <a:pt x="26" y="2061"/>
                  </a:lnTo>
                  <a:cubicBezTo>
                    <a:pt x="0" y="2156"/>
                    <a:pt x="34" y="2216"/>
                    <a:pt x="95" y="2216"/>
                  </a:cubicBezTo>
                  <a:cubicBezTo>
                    <a:pt x="103" y="2216"/>
                    <a:pt x="120" y="2207"/>
                    <a:pt x="129" y="2207"/>
                  </a:cubicBezTo>
                  <a:cubicBezTo>
                    <a:pt x="189" y="2164"/>
                    <a:pt x="223" y="2113"/>
                    <a:pt x="241" y="2044"/>
                  </a:cubicBezTo>
                  <a:lnTo>
                    <a:pt x="344" y="1632"/>
                  </a:lnTo>
                  <a:lnTo>
                    <a:pt x="842" y="1340"/>
                  </a:lnTo>
                  <a:lnTo>
                    <a:pt x="936" y="1640"/>
                  </a:lnTo>
                  <a:cubicBezTo>
                    <a:pt x="942" y="1674"/>
                    <a:pt x="969" y="1693"/>
                    <a:pt x="999" y="1693"/>
                  </a:cubicBezTo>
                  <a:cubicBezTo>
                    <a:pt x="1016" y="1693"/>
                    <a:pt x="1033" y="1687"/>
                    <a:pt x="1048" y="1675"/>
                  </a:cubicBezTo>
                  <a:cubicBezTo>
                    <a:pt x="1057" y="1666"/>
                    <a:pt x="1074" y="1657"/>
                    <a:pt x="1083" y="1649"/>
                  </a:cubicBezTo>
                  <a:cubicBezTo>
                    <a:pt x="1143" y="1580"/>
                    <a:pt x="1168" y="1494"/>
                    <a:pt x="1151" y="1408"/>
                  </a:cubicBezTo>
                  <a:lnTo>
                    <a:pt x="696" y="51"/>
                  </a:lnTo>
                  <a:cubicBezTo>
                    <a:pt x="684" y="22"/>
                    <a:pt x="657" y="1"/>
                    <a:pt x="627" y="1"/>
                  </a:cubicBezTo>
                  <a:close/>
                </a:path>
              </a:pathLst>
            </a:custGeom>
            <a:solidFill>
              <a:srgbClr val="6565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48"/>
            <p:cNvSpPr/>
            <p:nvPr/>
          </p:nvSpPr>
          <p:spPr>
            <a:xfrm>
              <a:off x="2009200" y="3022650"/>
              <a:ext cx="23225" cy="53875"/>
            </a:xfrm>
            <a:custGeom>
              <a:rect b="b" l="l" r="r" t="t"/>
              <a:pathLst>
                <a:path extrusionOk="0" h="2155" w="929">
                  <a:moveTo>
                    <a:pt x="472" y="322"/>
                  </a:moveTo>
                  <a:cubicBezTo>
                    <a:pt x="530" y="322"/>
                    <a:pt x="567" y="373"/>
                    <a:pt x="567" y="462"/>
                  </a:cubicBezTo>
                  <a:cubicBezTo>
                    <a:pt x="567" y="591"/>
                    <a:pt x="507" y="702"/>
                    <a:pt x="404" y="780"/>
                  </a:cubicBezTo>
                  <a:lnTo>
                    <a:pt x="224" y="891"/>
                  </a:lnTo>
                  <a:lnTo>
                    <a:pt x="224" y="445"/>
                  </a:lnTo>
                  <a:lnTo>
                    <a:pt x="404" y="341"/>
                  </a:lnTo>
                  <a:cubicBezTo>
                    <a:pt x="429" y="328"/>
                    <a:pt x="452" y="322"/>
                    <a:pt x="472" y="322"/>
                  </a:cubicBezTo>
                  <a:close/>
                  <a:moveTo>
                    <a:pt x="570" y="1019"/>
                  </a:moveTo>
                  <a:cubicBezTo>
                    <a:pt x="645" y="1019"/>
                    <a:pt x="696" y="1087"/>
                    <a:pt x="696" y="1201"/>
                  </a:cubicBezTo>
                  <a:cubicBezTo>
                    <a:pt x="696" y="1364"/>
                    <a:pt x="619" y="1518"/>
                    <a:pt x="481" y="1613"/>
                  </a:cubicBezTo>
                  <a:lnTo>
                    <a:pt x="224" y="1759"/>
                  </a:lnTo>
                  <a:lnTo>
                    <a:pt x="224" y="1192"/>
                  </a:lnTo>
                  <a:lnTo>
                    <a:pt x="481" y="1046"/>
                  </a:lnTo>
                  <a:cubicBezTo>
                    <a:pt x="513" y="1028"/>
                    <a:pt x="543" y="1019"/>
                    <a:pt x="570" y="1019"/>
                  </a:cubicBezTo>
                  <a:close/>
                  <a:moveTo>
                    <a:pt x="560" y="1"/>
                  </a:moveTo>
                  <a:cubicBezTo>
                    <a:pt x="512" y="1"/>
                    <a:pt x="459" y="16"/>
                    <a:pt x="404" y="49"/>
                  </a:cubicBezTo>
                  <a:lnTo>
                    <a:pt x="121" y="213"/>
                  </a:lnTo>
                  <a:lnTo>
                    <a:pt x="112" y="213"/>
                  </a:lnTo>
                  <a:cubicBezTo>
                    <a:pt x="43" y="264"/>
                    <a:pt x="0" y="341"/>
                    <a:pt x="0" y="427"/>
                  </a:cubicBezTo>
                  <a:lnTo>
                    <a:pt x="0" y="2051"/>
                  </a:lnTo>
                  <a:cubicBezTo>
                    <a:pt x="0" y="2118"/>
                    <a:pt x="32" y="2154"/>
                    <a:pt x="74" y="2154"/>
                  </a:cubicBezTo>
                  <a:cubicBezTo>
                    <a:pt x="86" y="2154"/>
                    <a:pt x="99" y="2151"/>
                    <a:pt x="112" y="2146"/>
                  </a:cubicBezTo>
                  <a:lnTo>
                    <a:pt x="121" y="2137"/>
                  </a:lnTo>
                  <a:lnTo>
                    <a:pt x="481" y="1922"/>
                  </a:lnTo>
                  <a:cubicBezTo>
                    <a:pt x="731" y="1785"/>
                    <a:pt x="928" y="1398"/>
                    <a:pt x="928" y="1080"/>
                  </a:cubicBezTo>
                  <a:cubicBezTo>
                    <a:pt x="928" y="874"/>
                    <a:pt x="842" y="737"/>
                    <a:pt x="713" y="702"/>
                  </a:cubicBezTo>
                  <a:cubicBezTo>
                    <a:pt x="765" y="591"/>
                    <a:pt x="791" y="470"/>
                    <a:pt x="799" y="341"/>
                  </a:cubicBezTo>
                  <a:cubicBezTo>
                    <a:pt x="799" y="131"/>
                    <a:pt x="700" y="1"/>
                    <a:pt x="560" y="1"/>
                  </a:cubicBezTo>
                  <a:close/>
                </a:path>
              </a:pathLst>
            </a:custGeom>
            <a:solidFill>
              <a:srgbClr val="6565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sometric Proposal by Slidesgo">
  <a:themeElements>
    <a:clrScheme name="Simple Light">
      <a:dk1>
        <a:srgbClr val="263238"/>
      </a:dk1>
      <a:lt1>
        <a:srgbClr val="37474F"/>
      </a:lt1>
      <a:dk2>
        <a:srgbClr val="455A64"/>
      </a:dk2>
      <a:lt2>
        <a:srgbClr val="999999"/>
      </a:lt2>
      <a:accent1>
        <a:srgbClr val="E0E0E0"/>
      </a:accent1>
      <a:accent2>
        <a:srgbClr val="EBEBEB"/>
      </a:accent2>
      <a:accent3>
        <a:srgbClr val="FAFAFA"/>
      </a:accent3>
      <a:accent4>
        <a:srgbClr val="1FB299"/>
      </a:accent4>
      <a:accent5>
        <a:srgbClr val="23C7AC"/>
      </a:accent5>
      <a:accent6>
        <a:srgbClr val="7DEBD9"/>
      </a:accent6>
      <a:hlink>
        <a:srgbClr val="7DEBD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sometric Proposal by Slidesgo">
  <a:themeElements>
    <a:clrScheme name="Simple Light">
      <a:dk1>
        <a:srgbClr val="263238"/>
      </a:dk1>
      <a:lt1>
        <a:srgbClr val="37474F"/>
      </a:lt1>
      <a:dk2>
        <a:srgbClr val="455A64"/>
      </a:dk2>
      <a:lt2>
        <a:srgbClr val="999999"/>
      </a:lt2>
      <a:accent1>
        <a:srgbClr val="E0E0E0"/>
      </a:accent1>
      <a:accent2>
        <a:srgbClr val="EBEBEB"/>
      </a:accent2>
      <a:accent3>
        <a:srgbClr val="FAFAFA"/>
      </a:accent3>
      <a:accent4>
        <a:srgbClr val="1FB299"/>
      </a:accent4>
      <a:accent5>
        <a:srgbClr val="23C7AC"/>
      </a:accent5>
      <a:accent6>
        <a:srgbClr val="7DEBD9"/>
      </a:accent6>
      <a:hlink>
        <a:srgbClr val="7DEBD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